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351" r:id="rId2"/>
    <p:sldId id="488" r:id="rId3"/>
    <p:sldId id="489" r:id="rId4"/>
    <p:sldId id="491" r:id="rId5"/>
  </p:sldIdLst>
  <p:sldSz cx="9144000" cy="6858000" type="screen4x3"/>
  <p:notesSz cx="6797675" cy="9928225"/>
  <p:custShowLst>
    <p:custShow name="Zielpräsentation 1" id="0">
      <p:sldLst/>
    </p:custShow>
  </p:custShow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47" userDrawn="1">
          <p15:clr>
            <a:srgbClr val="A4A3A4"/>
          </p15:clr>
        </p15:guide>
        <p15:guide id="2" orient="horz" pos="3816" userDrawn="1">
          <p15:clr>
            <a:srgbClr val="A4A3A4"/>
          </p15:clr>
        </p15:guide>
        <p15:guide id="3" orient="horz" pos="4217" userDrawn="1">
          <p15:clr>
            <a:srgbClr val="A4A3A4"/>
          </p15:clr>
        </p15:guide>
        <p15:guide id="4" orient="horz" pos="1192" userDrawn="1">
          <p15:clr>
            <a:srgbClr val="A4A3A4"/>
          </p15:clr>
        </p15:guide>
        <p15:guide id="5" orient="horz" pos="1311" userDrawn="1">
          <p15:clr>
            <a:srgbClr val="A4A3A4"/>
          </p15:clr>
        </p15:guide>
        <p15:guide id="6" pos="5579" userDrawn="1">
          <p15:clr>
            <a:srgbClr val="A4A3A4"/>
          </p15:clr>
        </p15:guide>
        <p15:guide id="7" pos="1298" userDrawn="1">
          <p15:clr>
            <a:srgbClr val="A4A3A4"/>
          </p15:clr>
        </p15:guide>
        <p15:guide id="8" pos="4717" userDrawn="1">
          <p15:clr>
            <a:srgbClr val="A4A3A4"/>
          </p15:clr>
        </p15:guide>
        <p15:guide id="9" pos="1504" userDrawn="1">
          <p15:clr>
            <a:srgbClr val="A4A3A4"/>
          </p15:clr>
        </p15:guide>
        <p15:guide id="10" pos="113" userDrawn="1">
          <p15:clr>
            <a:srgbClr val="A4A3A4"/>
          </p15:clr>
        </p15:guide>
        <p15:guide id="11" pos="9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98"/>
    <a:srgbClr val="009530"/>
    <a:srgbClr val="797979"/>
    <a:srgbClr val="EFEFEF"/>
    <a:srgbClr val="D6D6D6"/>
    <a:srgbClr val="E6E6E6"/>
    <a:srgbClr val="AAAAAA"/>
    <a:srgbClr val="F2F2F2"/>
    <a:srgbClr val="F1F1F1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08" autoAdjust="0"/>
    <p:restoredTop sz="94399" autoAdjust="0"/>
  </p:normalViewPr>
  <p:slideViewPr>
    <p:cSldViewPr snapToGrid="0">
      <p:cViewPr varScale="1">
        <p:scale>
          <a:sx n="96" d="100"/>
          <a:sy n="96" d="100"/>
        </p:scale>
        <p:origin x="1083" y="51"/>
      </p:cViewPr>
      <p:guideLst>
        <p:guide orient="horz" pos="847"/>
        <p:guide orient="horz" pos="3816"/>
        <p:guide orient="horz" pos="4217"/>
        <p:guide orient="horz" pos="1192"/>
        <p:guide orient="horz" pos="1311"/>
        <p:guide pos="5579"/>
        <p:guide pos="1298"/>
        <p:guide pos="4717"/>
        <p:guide pos="1504"/>
        <p:guide pos="113"/>
        <p:guide pos="9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2419" y="-1301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Titillium Web Light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r" defTabSz="930275">
              <a:spcBef>
                <a:spcPct val="0"/>
              </a:spcBef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Titillium Web Light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Titillium Web Light"/>
            </a:endParaRP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fld id="{5521F194-C869-421D-BF16-B4F13CB2245C}" type="slidenum">
              <a:rPr lang="de-DE">
                <a:latin typeface="Titillium Web Light"/>
              </a:rPr>
              <a:pPr>
                <a:defRPr/>
              </a:pPr>
              <a:t>‹Nr.›</a:t>
            </a:fld>
            <a:endParaRPr lang="de-DE" dirty="0">
              <a:latin typeface="Titillium Web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3912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defRPr sz="1200" b="0" i="0">
                <a:latin typeface="Titillium Web Ligh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>
            <a:lvl1pPr algn="r" defTabSz="930275">
              <a:spcBef>
                <a:spcPct val="0"/>
              </a:spcBef>
              <a:defRPr sz="1200" b="0" i="0">
                <a:latin typeface="Titillium Web Ligh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3392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Klicken Sie, um die Textformatierung des Masters zu bearbeiten.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defTabSz="930275">
              <a:spcBef>
                <a:spcPct val="0"/>
              </a:spcBef>
              <a:defRPr sz="1200" b="0" i="0">
                <a:latin typeface="Titillium Web Ligh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94" tIns="46497" rIns="92994" bIns="4649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 b="0" i="0">
                <a:latin typeface="Titillium Web Light"/>
                <a:ea typeface="Titillium Web Light"/>
                <a:cs typeface="Arial" charset="0"/>
              </a:defRPr>
            </a:lvl1pPr>
          </a:lstStyle>
          <a:p>
            <a:pPr>
              <a:defRPr/>
            </a:pPr>
            <a:fld id="{3C2932D8-FF3D-4313-A07A-A377E98E41D4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3107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Titillium Web Ligh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Titillium Web Light"/>
        <a:ea typeface="ヒラギノ角ゴ Pro W3" charset="-128"/>
        <a:cs typeface="ヒラギノ角ゴ Pro W3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Titillium Web Light"/>
        <a:ea typeface="ヒラギノ角ゴ Pro W3" charset="-128"/>
        <a:cs typeface="ヒラギノ角ゴ Pro W3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Titillium Web Light"/>
        <a:ea typeface="ヒラギノ角ゴ Pro W3" charset="-128"/>
        <a:cs typeface="ヒラギノ角ゴ Pro W3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Titillium Web Light"/>
        <a:ea typeface="ヒラギノ角ゴ Pro W3" charset="-128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3027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3027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3027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3027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35DBDA0-D479-4C3C-BC80-B9D47B5B3A0B}" type="slidenum">
              <a:rPr lang="de-DE" smtClean="0">
                <a:latin typeface="Titillium Web Light"/>
              </a:rPr>
              <a:pPr eaLnBrk="1" hangingPunct="1"/>
              <a:t>1</a:t>
            </a:fld>
            <a:endParaRPr lang="de-DE" dirty="0">
              <a:latin typeface="Titillium Web Light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10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versicherungsakademie.de/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rafik 63">
            <a:extLst>
              <a:ext uri="{FF2B5EF4-FFF2-40B4-BE49-F238E27FC236}">
                <a16:creationId xmlns:a16="http://schemas.microsoft.com/office/drawing/2014/main" id="{6DA4A433-060D-9446-934B-1114187E27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477001"/>
          </a:xfrm>
          <a:prstGeom prst="rect">
            <a:avLst/>
          </a:prstGeom>
        </p:spPr>
      </p:pic>
      <p:sp>
        <p:nvSpPr>
          <p:cNvPr id="39" name="Rectangle 124">
            <a:extLst>
              <a:ext uri="{FF2B5EF4-FFF2-40B4-BE49-F238E27FC236}">
                <a16:creationId xmlns:a16="http://schemas.microsoft.com/office/drawing/2014/main" id="{C0866BDA-5214-7C45-9BBD-5D47A33AA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73541"/>
            <a:ext cx="9144000" cy="684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5" name="Rectangle 124"/>
          <p:cNvSpPr>
            <a:spLocks noChangeArrowheads="1"/>
          </p:cNvSpPr>
          <p:nvPr userDrawn="1"/>
        </p:nvSpPr>
        <p:spPr bwMode="auto">
          <a:xfrm>
            <a:off x="0" y="6144000"/>
            <a:ext cx="9144000" cy="12000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6" name="Rectangle 92"/>
          <p:cNvSpPr>
            <a:spLocks noChangeArrowheads="1"/>
          </p:cNvSpPr>
          <p:nvPr userDrawn="1"/>
        </p:nvSpPr>
        <p:spPr bwMode="auto">
          <a:xfrm>
            <a:off x="6291442" y="6264000"/>
            <a:ext cx="2852558" cy="45719"/>
          </a:xfrm>
          <a:prstGeom prst="rect">
            <a:avLst/>
          </a:prstGeom>
          <a:solidFill>
            <a:srgbClr val="009530"/>
          </a:solidFill>
          <a:ln>
            <a:noFill/>
          </a:ln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18" name="Text Box 99">
            <a:extLst>
              <a:ext uri="{FF2B5EF4-FFF2-40B4-BE49-F238E27FC236}">
                <a16:creationId xmlns:a16="http://schemas.microsoft.com/office/drawing/2014/main" id="{8A438D1B-4989-8B41-ACBC-99559B16D7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00964" y="6335139"/>
            <a:ext cx="249360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sz="1100" b="0" i="0" dirty="0">
                <a:solidFill>
                  <a:srgbClr val="B2B2B2"/>
                </a:solidFill>
                <a:latin typeface="+mj-lt"/>
              </a:rPr>
              <a:t>Eine Branche macht Bildung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6032DF60-50E6-8540-8B62-E099948AAF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848" y="310063"/>
            <a:ext cx="1965144" cy="620985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9EF93477-AF2C-E84F-87FE-AA5C230A26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4" t="19908" r="26815" b="29787"/>
          <a:stretch/>
        </p:blipFill>
        <p:spPr>
          <a:xfrm>
            <a:off x="4199301" y="1688924"/>
            <a:ext cx="4944699" cy="3399387"/>
          </a:xfrm>
          <a:prstGeom prst="rect">
            <a:avLst/>
          </a:prstGeom>
        </p:spPr>
      </p:pic>
      <p:sp>
        <p:nvSpPr>
          <p:cNvPr id="25" name="Rectangle 120" descr="Bitt Titel eingeben">
            <a:extLst>
              <a:ext uri="{FF2B5EF4-FFF2-40B4-BE49-F238E27FC236}">
                <a16:creationId xmlns:a16="http://schemas.microsoft.com/office/drawing/2014/main" id="{D5B671C1-7798-EA4A-BD30-BE8FF1377E5B}"/>
              </a:ext>
            </a:extLst>
          </p:cNvPr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4928011" y="2125812"/>
            <a:ext cx="3615068" cy="1208315"/>
          </a:xfrm>
        </p:spPr>
        <p:txBody>
          <a:bodyPr anchor="ctr"/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6" name="Rectangle 86">
            <a:extLst>
              <a:ext uri="{FF2B5EF4-FFF2-40B4-BE49-F238E27FC236}">
                <a16:creationId xmlns:a16="http://schemas.microsoft.com/office/drawing/2014/main" id="{5F95E569-6E42-3347-B39D-56B4BC35D5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928011" y="3895726"/>
            <a:ext cx="3619476" cy="89048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 b="0" i="0">
                <a:solidFill>
                  <a:srgbClr val="797979"/>
                </a:solidFill>
                <a:latin typeface="+mj-lt"/>
              </a:defRPr>
            </a:lvl1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4" name="Text Box 99">
            <a:extLst>
              <a:ext uri="{FF2B5EF4-FFF2-40B4-BE49-F238E27FC236}">
                <a16:creationId xmlns:a16="http://schemas.microsoft.com/office/drawing/2014/main" id="{8EE497EC-F572-7E40-A764-ED9244102A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97265" y="6557447"/>
            <a:ext cx="246715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sz="600" b="0" i="0" kern="120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© Deutsche Versicherungsakademie (DVA) GmbH und Berufsbildungswerk</a:t>
            </a:r>
            <a:r>
              <a:rPr lang="de-DE" sz="600" b="0" i="0" kern="1200" baseline="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 der deutschen Versicherungswirtschaft (BWV)</a:t>
            </a:r>
            <a:r>
              <a:rPr lang="de-DE" sz="600" b="0" i="0" kern="120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</p:txBody>
      </p:sp>
      <p:sp>
        <p:nvSpPr>
          <p:cNvPr id="15" name="Text Box 99">
            <a:extLst>
              <a:ext uri="{FF2B5EF4-FFF2-40B4-BE49-F238E27FC236}">
                <a16:creationId xmlns:a16="http://schemas.microsoft.com/office/drawing/2014/main" id="{B383A543-8E65-D145-B57D-B80DD82971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0500" y="6590035"/>
            <a:ext cx="30455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defRPr/>
            </a:pPr>
            <a:r>
              <a:rPr lang="de-DE" sz="600" b="0" i="0" u="none" dirty="0">
                <a:solidFill>
                  <a:srgbClr val="003798"/>
                </a:solidFill>
                <a:latin typeface="+mj-lt"/>
                <a:hlinkClick r:id="rId5"/>
              </a:rPr>
              <a:t>www.versicherungsakademie.de</a:t>
            </a:r>
            <a:endParaRPr lang="de-DE" sz="600" b="0" i="0" u="none" dirty="0">
              <a:solidFill>
                <a:srgbClr val="003798"/>
              </a:solidFill>
              <a:latin typeface="+mj-lt"/>
            </a:endParaRPr>
          </a:p>
          <a:p>
            <a:pPr algn="l" eaLnBrk="1" hangingPunct="1">
              <a:defRPr/>
            </a:pPr>
            <a:r>
              <a:rPr lang="de-DE" sz="600" b="0" i="0" u="none" kern="1200" dirty="0">
                <a:solidFill>
                  <a:srgbClr val="003798"/>
                </a:solidFill>
                <a:latin typeface="+mj-lt"/>
                <a:ea typeface="+mn-ea"/>
                <a:cs typeface="Arial" pitchFamily="34" charset="0"/>
              </a:rPr>
              <a:t>www.bwv.de </a:t>
            </a:r>
          </a:p>
        </p:txBody>
      </p:sp>
    </p:spTree>
    <p:extLst>
      <p:ext uri="{BB962C8B-B14F-4D97-AF65-F5344CB8AC3E}">
        <p14:creationId xmlns:p14="http://schemas.microsoft.com/office/powerpoint/2010/main" val="582136181"/>
      </p:ext>
    </p:extLst>
  </p:cSld>
  <p:clrMapOvr>
    <a:masterClrMapping/>
  </p:clrMapOvr>
  <p:transition>
    <p:wipe dir="d"/>
  </p:transition>
  <p:extLst>
    <p:ext uri="{DCECCB84-F9BA-43D5-87BE-67443E8EF086}">
      <p15:sldGuideLst xmlns:p15="http://schemas.microsoft.com/office/powerpoint/2012/main">
        <p15:guide id="1" orient="horz" pos="4243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44E81F7-B6E1-1B4F-96C8-44CED365DE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4077838" cy="6155267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3B46C7F-30C6-284A-BF10-A6CF82DD7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082" y="536393"/>
            <a:ext cx="5715000" cy="904875"/>
          </a:xfrm>
        </p:spPr>
        <p:txBody>
          <a:bodyPr/>
          <a:lstStyle>
            <a:lvl1pPr>
              <a:defRPr sz="2000" b="0" i="0">
                <a:latin typeface="+mj-lt"/>
              </a:defRPr>
            </a:lvl1pPr>
          </a:lstStyle>
          <a:p>
            <a:r>
              <a:rPr lang="de-DE" dirty="0"/>
              <a:t>Inhalt</a:t>
            </a:r>
          </a:p>
        </p:txBody>
      </p:sp>
      <p:sp>
        <p:nvSpPr>
          <p:cNvPr id="3" name="円/楕円 4">
            <a:extLst>
              <a:ext uri="{FF2B5EF4-FFF2-40B4-BE49-F238E27FC236}">
                <a16:creationId xmlns:a16="http://schemas.microsoft.com/office/drawing/2014/main" id="{69617CE7-010F-CF41-BE4E-A1DCF0BA57CC}"/>
              </a:ext>
            </a:extLst>
          </p:cNvPr>
          <p:cNvSpPr/>
          <p:nvPr userDrawn="1"/>
        </p:nvSpPr>
        <p:spPr>
          <a:xfrm>
            <a:off x="4186428" y="1515663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 b="0" i="0" dirty="0">
                <a:latin typeface="+mj-lt"/>
              </a:rPr>
              <a:t>1</a:t>
            </a:r>
            <a:endParaRPr kumimoji="1" lang="ja-JP" altLang="en-US" sz="1867" b="0" i="0" dirty="0">
              <a:latin typeface="+mj-lt"/>
            </a:endParaRPr>
          </a:p>
        </p:txBody>
      </p:sp>
      <p:sp>
        <p:nvSpPr>
          <p:cNvPr id="4" name="円/楕円 6">
            <a:extLst>
              <a:ext uri="{FF2B5EF4-FFF2-40B4-BE49-F238E27FC236}">
                <a16:creationId xmlns:a16="http://schemas.microsoft.com/office/drawing/2014/main" id="{58528B99-4160-9448-B49C-10BBCC24E508}"/>
              </a:ext>
            </a:extLst>
          </p:cNvPr>
          <p:cNvSpPr/>
          <p:nvPr userDrawn="1"/>
        </p:nvSpPr>
        <p:spPr>
          <a:xfrm>
            <a:off x="4186428" y="2422923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 b="0" i="0" dirty="0">
                <a:latin typeface="+mj-lt"/>
              </a:rPr>
              <a:t>2</a:t>
            </a:r>
            <a:endParaRPr kumimoji="1" lang="ja-JP" altLang="en-US" sz="1867" b="0" i="0" dirty="0">
              <a:latin typeface="+mj-lt"/>
            </a:endParaRPr>
          </a:p>
        </p:txBody>
      </p:sp>
      <p:sp>
        <p:nvSpPr>
          <p:cNvPr id="5" name="円/楕円 7">
            <a:extLst>
              <a:ext uri="{FF2B5EF4-FFF2-40B4-BE49-F238E27FC236}">
                <a16:creationId xmlns:a16="http://schemas.microsoft.com/office/drawing/2014/main" id="{7F328AC2-5B5F-624A-9AB1-A4E90C391EAF}"/>
              </a:ext>
            </a:extLst>
          </p:cNvPr>
          <p:cNvSpPr/>
          <p:nvPr userDrawn="1"/>
        </p:nvSpPr>
        <p:spPr>
          <a:xfrm>
            <a:off x="4186428" y="3330183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 b="0" i="0" dirty="0">
                <a:latin typeface="+mj-lt"/>
              </a:rPr>
              <a:t>3</a:t>
            </a:r>
            <a:endParaRPr kumimoji="1" lang="ja-JP" altLang="en-US" sz="1867" b="0" i="0" dirty="0">
              <a:latin typeface="+mj-lt"/>
            </a:endParaRPr>
          </a:p>
        </p:txBody>
      </p:sp>
      <p:sp>
        <p:nvSpPr>
          <p:cNvPr id="6" name="円/楕円 8">
            <a:extLst>
              <a:ext uri="{FF2B5EF4-FFF2-40B4-BE49-F238E27FC236}">
                <a16:creationId xmlns:a16="http://schemas.microsoft.com/office/drawing/2014/main" id="{46CC0947-8740-0F40-B2D1-F97E7EECE5F9}"/>
              </a:ext>
            </a:extLst>
          </p:cNvPr>
          <p:cNvSpPr/>
          <p:nvPr userDrawn="1"/>
        </p:nvSpPr>
        <p:spPr>
          <a:xfrm>
            <a:off x="4186428" y="4237443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 b="0" i="0" dirty="0">
                <a:latin typeface="+mj-lt"/>
              </a:rPr>
              <a:t>4</a:t>
            </a:r>
            <a:endParaRPr kumimoji="1" lang="ja-JP" altLang="en-US" sz="1867" b="0" i="0" dirty="0">
              <a:latin typeface="+mj-lt"/>
            </a:endParaRPr>
          </a:p>
        </p:txBody>
      </p:sp>
      <p:sp>
        <p:nvSpPr>
          <p:cNvPr id="7" name="円/楕円 9">
            <a:extLst>
              <a:ext uri="{FF2B5EF4-FFF2-40B4-BE49-F238E27FC236}">
                <a16:creationId xmlns:a16="http://schemas.microsoft.com/office/drawing/2014/main" id="{6DF90377-4B6C-A645-9206-604AE3F34197}"/>
              </a:ext>
            </a:extLst>
          </p:cNvPr>
          <p:cNvSpPr/>
          <p:nvPr userDrawn="1"/>
        </p:nvSpPr>
        <p:spPr>
          <a:xfrm>
            <a:off x="4186428" y="5144703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67" b="0" i="0" dirty="0">
                <a:latin typeface="+mj-lt"/>
              </a:rPr>
              <a:t>5</a:t>
            </a:r>
            <a:endParaRPr kumimoji="1" lang="ja-JP" altLang="en-US" sz="1867" b="0" i="0" dirty="0">
              <a:latin typeface="+mj-lt"/>
            </a:endParaRPr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35F50C88-C19D-1B40-BB7C-14EBDF0BB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083" y="1242088"/>
            <a:ext cx="2880000" cy="62406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0" name="テキスト プレースホルダー 6">
            <a:extLst>
              <a:ext uri="{FF2B5EF4-FFF2-40B4-BE49-F238E27FC236}">
                <a16:creationId xmlns:a16="http://schemas.microsoft.com/office/drawing/2014/main" id="{C594C1F2-490C-DA4C-BEA8-97BBAB8C70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082" y="1866155"/>
            <a:ext cx="2880000" cy="402456"/>
          </a:xfrm>
        </p:spPr>
        <p:txBody>
          <a:bodyPr anchor="t">
            <a:normAutofit/>
          </a:bodyPr>
          <a:lstStyle>
            <a:lvl1pPr algn="l">
              <a:defRPr sz="8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C3AFA33A-BF3B-134C-8175-40205F0402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9082" y="2150504"/>
            <a:ext cx="2880000" cy="62406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4" name="テキスト プレースホルダー 6">
            <a:extLst>
              <a:ext uri="{FF2B5EF4-FFF2-40B4-BE49-F238E27FC236}">
                <a16:creationId xmlns:a16="http://schemas.microsoft.com/office/drawing/2014/main" id="{97C11F8E-8DF3-5D4A-8FA5-71B208F0D6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9082" y="2774573"/>
            <a:ext cx="2880000" cy="402456"/>
          </a:xfrm>
        </p:spPr>
        <p:txBody>
          <a:bodyPr anchor="t">
            <a:normAutofit/>
          </a:bodyPr>
          <a:lstStyle>
            <a:lvl1pPr algn="l">
              <a:defRPr sz="8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5F5FA339-60CB-2D48-921F-33EBEE5E5F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9082" y="3058924"/>
            <a:ext cx="2880000" cy="62406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CFCA3A31-56AC-7442-8515-FB65D1E507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19082" y="3682992"/>
            <a:ext cx="2880000" cy="402456"/>
          </a:xfrm>
        </p:spPr>
        <p:txBody>
          <a:bodyPr anchor="t">
            <a:normAutofit/>
          </a:bodyPr>
          <a:lstStyle>
            <a:lvl1pPr algn="l">
              <a:defRPr sz="8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テキスト プレースホルダー 6">
            <a:extLst>
              <a:ext uri="{FF2B5EF4-FFF2-40B4-BE49-F238E27FC236}">
                <a16:creationId xmlns:a16="http://schemas.microsoft.com/office/drawing/2014/main" id="{1E6D9932-BBAD-254F-942F-96C1B35B2C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082" y="3967344"/>
            <a:ext cx="2880000" cy="62406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8" name="テキスト プレースホルダー 6">
            <a:extLst>
              <a:ext uri="{FF2B5EF4-FFF2-40B4-BE49-F238E27FC236}">
                <a16:creationId xmlns:a16="http://schemas.microsoft.com/office/drawing/2014/main" id="{5DEA810C-EE6B-BF4B-A06E-F158AA12B5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19082" y="4591411"/>
            <a:ext cx="2880000" cy="402456"/>
          </a:xfrm>
        </p:spPr>
        <p:txBody>
          <a:bodyPr anchor="t">
            <a:normAutofit/>
          </a:bodyPr>
          <a:lstStyle>
            <a:lvl1pPr algn="l">
              <a:defRPr sz="8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BB4CCA5C-3FE2-6040-929A-76280A6A6F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19082" y="4875760"/>
            <a:ext cx="2880000" cy="62406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5629CEF9-7AA2-F149-AF3D-EB486CDD65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9082" y="5499829"/>
            <a:ext cx="2880000" cy="402456"/>
          </a:xfrm>
        </p:spPr>
        <p:txBody>
          <a:bodyPr anchor="t">
            <a:normAutofit/>
          </a:bodyPr>
          <a:lstStyle>
            <a:lvl1pPr algn="l">
              <a:defRPr sz="8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DEA01F36-9D0F-C74F-89DD-54CBC0D47C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46034" y="1242088"/>
            <a:ext cx="579971" cy="62406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 err="1"/>
              <a:t>Seite</a:t>
            </a:r>
            <a:r>
              <a:rPr kumimoji="1" lang="en-US" altLang="ja-JP" dirty="0"/>
              <a:t> xxx</a:t>
            </a:r>
            <a:endParaRPr kumimoji="1" lang="ja-JP" altLang="en-US" dirty="0"/>
          </a:p>
        </p:txBody>
      </p:sp>
      <p:sp>
        <p:nvSpPr>
          <p:cNvPr id="23" name="テキスト プレースホルダー 6">
            <a:extLst>
              <a:ext uri="{FF2B5EF4-FFF2-40B4-BE49-F238E27FC236}">
                <a16:creationId xmlns:a16="http://schemas.microsoft.com/office/drawing/2014/main" id="{5AD1D735-8076-544B-A870-92CF0EBB8A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46033" y="2150504"/>
            <a:ext cx="579971" cy="62406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 err="1"/>
              <a:t>Seite</a:t>
            </a:r>
            <a:r>
              <a:rPr kumimoji="1" lang="en-US" altLang="ja-JP" dirty="0"/>
              <a:t> xxx</a:t>
            </a:r>
            <a:endParaRPr kumimoji="1" lang="ja-JP" altLang="en-US" dirty="0"/>
          </a:p>
        </p:txBody>
      </p:sp>
      <p:sp>
        <p:nvSpPr>
          <p:cNvPr id="24" name="テキスト プレースホルダー 6">
            <a:extLst>
              <a:ext uri="{FF2B5EF4-FFF2-40B4-BE49-F238E27FC236}">
                <a16:creationId xmlns:a16="http://schemas.microsoft.com/office/drawing/2014/main" id="{8E176DB6-FEDA-5548-A685-198FFA6AFF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46033" y="3058924"/>
            <a:ext cx="579971" cy="62406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 err="1"/>
              <a:t>Seite</a:t>
            </a:r>
            <a:r>
              <a:rPr kumimoji="1" lang="en-US" altLang="ja-JP" dirty="0"/>
              <a:t> xxx</a:t>
            </a:r>
            <a:endParaRPr kumimoji="1" lang="ja-JP" altLang="en-US" dirty="0"/>
          </a:p>
        </p:txBody>
      </p: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DD46E375-ABAC-8447-85D5-A2BEE7252BE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46033" y="3967344"/>
            <a:ext cx="579971" cy="62406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 err="1"/>
              <a:t>Seite</a:t>
            </a:r>
            <a:r>
              <a:rPr kumimoji="1" lang="en-US" altLang="ja-JP" dirty="0"/>
              <a:t> xxx</a:t>
            </a:r>
            <a:endParaRPr kumimoji="1" lang="ja-JP" altLang="en-US" dirty="0"/>
          </a:p>
        </p:txBody>
      </p:sp>
      <p:sp>
        <p:nvSpPr>
          <p:cNvPr id="26" name="テキスト プレースホルダー 6">
            <a:extLst>
              <a:ext uri="{FF2B5EF4-FFF2-40B4-BE49-F238E27FC236}">
                <a16:creationId xmlns:a16="http://schemas.microsoft.com/office/drawing/2014/main" id="{04E11AD8-8B9E-F04E-8D47-4C8DD99977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6033" y="4875760"/>
            <a:ext cx="579971" cy="62406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1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 err="1"/>
              <a:t>Seite</a:t>
            </a:r>
            <a:r>
              <a:rPr kumimoji="1" lang="en-US" altLang="ja-JP" dirty="0"/>
              <a:t> xxx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1536929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41DD6-2111-8845-B30D-0762CC08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円/楕円 6">
            <a:extLst>
              <a:ext uri="{FF2B5EF4-FFF2-40B4-BE49-F238E27FC236}">
                <a16:creationId xmlns:a16="http://schemas.microsoft.com/office/drawing/2014/main" id="{70D97C9C-0F9B-A045-9BB3-5A5B7FC8A873}"/>
              </a:ext>
            </a:extLst>
          </p:cNvPr>
          <p:cNvSpPr/>
          <p:nvPr userDrawn="1"/>
        </p:nvSpPr>
        <p:spPr>
          <a:xfrm>
            <a:off x="356184" y="2818018"/>
            <a:ext cx="1800000" cy="180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円/楕円 7">
            <a:extLst>
              <a:ext uri="{FF2B5EF4-FFF2-40B4-BE49-F238E27FC236}">
                <a16:creationId xmlns:a16="http://schemas.microsoft.com/office/drawing/2014/main" id="{C2E66BF4-9DC9-0E48-808B-FF08FF3E0304}"/>
              </a:ext>
            </a:extLst>
          </p:cNvPr>
          <p:cNvSpPr/>
          <p:nvPr userDrawn="1"/>
        </p:nvSpPr>
        <p:spPr>
          <a:xfrm>
            <a:off x="1843992" y="2742002"/>
            <a:ext cx="540000" cy="54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1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8CD11A6-E417-2A4E-A693-51B6990CBC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628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148C4B5F-E7A4-054E-BF6B-434A0A3BDD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9623" y="4714463"/>
            <a:ext cx="1728000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" name="山形 10">
            <a:extLst>
              <a:ext uri="{FF2B5EF4-FFF2-40B4-BE49-F238E27FC236}">
                <a16:creationId xmlns:a16="http://schemas.microsoft.com/office/drawing/2014/main" id="{D72DE96B-FF9B-2942-9ED1-022302026A61}"/>
              </a:ext>
            </a:extLst>
          </p:cNvPr>
          <p:cNvSpPr/>
          <p:nvPr userDrawn="1"/>
        </p:nvSpPr>
        <p:spPr>
          <a:xfrm>
            <a:off x="2267544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円/楕円 11">
            <a:extLst>
              <a:ext uri="{FF2B5EF4-FFF2-40B4-BE49-F238E27FC236}">
                <a16:creationId xmlns:a16="http://schemas.microsoft.com/office/drawing/2014/main" id="{8F0F6266-8800-B64D-8DAF-72A8B446D6BB}"/>
              </a:ext>
            </a:extLst>
          </p:cNvPr>
          <p:cNvSpPr/>
          <p:nvPr userDrawn="1"/>
        </p:nvSpPr>
        <p:spPr>
          <a:xfrm>
            <a:off x="2519597" y="2818018"/>
            <a:ext cx="1800000" cy="180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円/楕円 12">
            <a:extLst>
              <a:ext uri="{FF2B5EF4-FFF2-40B4-BE49-F238E27FC236}">
                <a16:creationId xmlns:a16="http://schemas.microsoft.com/office/drawing/2014/main" id="{D24F6385-115D-7A4E-8B7C-C655706470B9}"/>
              </a:ext>
            </a:extLst>
          </p:cNvPr>
          <p:cNvSpPr/>
          <p:nvPr userDrawn="1"/>
        </p:nvSpPr>
        <p:spPr>
          <a:xfrm>
            <a:off x="4007406" y="2742002"/>
            <a:ext cx="540000" cy="54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2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A0C223FE-7D3D-AC4B-B1D0-2E7ADD5AB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3041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山形 15">
            <a:extLst>
              <a:ext uri="{FF2B5EF4-FFF2-40B4-BE49-F238E27FC236}">
                <a16:creationId xmlns:a16="http://schemas.microsoft.com/office/drawing/2014/main" id="{B56B849D-34E6-3842-8591-6641DE67BD7C}"/>
              </a:ext>
            </a:extLst>
          </p:cNvPr>
          <p:cNvSpPr/>
          <p:nvPr userDrawn="1"/>
        </p:nvSpPr>
        <p:spPr>
          <a:xfrm>
            <a:off x="4427971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円/楕円 16">
            <a:extLst>
              <a:ext uri="{FF2B5EF4-FFF2-40B4-BE49-F238E27FC236}">
                <a16:creationId xmlns:a16="http://schemas.microsoft.com/office/drawing/2014/main" id="{B6296E9D-A9BD-8147-BCDE-213CB150A87E}"/>
              </a:ext>
            </a:extLst>
          </p:cNvPr>
          <p:cNvSpPr/>
          <p:nvPr userDrawn="1"/>
        </p:nvSpPr>
        <p:spPr>
          <a:xfrm>
            <a:off x="4680023" y="2818018"/>
            <a:ext cx="1800000" cy="180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4" name="円/楕円 17">
            <a:extLst>
              <a:ext uri="{FF2B5EF4-FFF2-40B4-BE49-F238E27FC236}">
                <a16:creationId xmlns:a16="http://schemas.microsoft.com/office/drawing/2014/main" id="{FB942EB0-5D85-3C40-B532-79571B233C15}"/>
              </a:ext>
            </a:extLst>
          </p:cNvPr>
          <p:cNvSpPr/>
          <p:nvPr userDrawn="1"/>
        </p:nvSpPr>
        <p:spPr>
          <a:xfrm>
            <a:off x="6167834" y="2742002"/>
            <a:ext cx="540000" cy="54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3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A7FF2920-A770-CF49-85FA-6193E2717C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3467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山形 20">
            <a:extLst>
              <a:ext uri="{FF2B5EF4-FFF2-40B4-BE49-F238E27FC236}">
                <a16:creationId xmlns:a16="http://schemas.microsoft.com/office/drawing/2014/main" id="{59C2CCCE-CFAF-8544-9044-729B6A208BFB}"/>
              </a:ext>
            </a:extLst>
          </p:cNvPr>
          <p:cNvSpPr/>
          <p:nvPr userDrawn="1"/>
        </p:nvSpPr>
        <p:spPr>
          <a:xfrm>
            <a:off x="6591385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円/楕円 21">
            <a:extLst>
              <a:ext uri="{FF2B5EF4-FFF2-40B4-BE49-F238E27FC236}">
                <a16:creationId xmlns:a16="http://schemas.microsoft.com/office/drawing/2014/main" id="{37676795-B356-1446-82BA-361B83398A17}"/>
              </a:ext>
            </a:extLst>
          </p:cNvPr>
          <p:cNvSpPr/>
          <p:nvPr userDrawn="1"/>
        </p:nvSpPr>
        <p:spPr>
          <a:xfrm>
            <a:off x="6843440" y="2818018"/>
            <a:ext cx="1800000" cy="180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9" name="円/楕円 22">
            <a:extLst>
              <a:ext uri="{FF2B5EF4-FFF2-40B4-BE49-F238E27FC236}">
                <a16:creationId xmlns:a16="http://schemas.microsoft.com/office/drawing/2014/main" id="{E71C1F22-CD55-EA4C-9D24-1F17D875F645}"/>
              </a:ext>
            </a:extLst>
          </p:cNvPr>
          <p:cNvSpPr/>
          <p:nvPr userDrawn="1"/>
        </p:nvSpPr>
        <p:spPr>
          <a:xfrm>
            <a:off x="8331248" y="2742002"/>
            <a:ext cx="540000" cy="54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4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A6872F29-CD6A-D848-8099-84E0114EF2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96884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0CC6D20A-9468-D14D-8BE1-CCCAB7EC8E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67881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テキスト プレースホルダー 6">
            <a:extLst>
              <a:ext uri="{FF2B5EF4-FFF2-40B4-BE49-F238E27FC236}">
                <a16:creationId xmlns:a16="http://schemas.microsoft.com/office/drawing/2014/main" id="{C992613C-DA82-1A4A-9781-A4D17EF348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39589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4" name="テキスト プレースホルダー 6">
            <a:extLst>
              <a:ext uri="{FF2B5EF4-FFF2-40B4-BE49-F238E27FC236}">
                <a16:creationId xmlns:a16="http://schemas.microsoft.com/office/drawing/2014/main" id="{0E0BF248-8BAD-E048-A439-B5399154D9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7842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4243859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正方形/長方形 66">
            <a:extLst>
              <a:ext uri="{FF2B5EF4-FFF2-40B4-BE49-F238E27FC236}">
                <a16:creationId xmlns:a16="http://schemas.microsoft.com/office/drawing/2014/main" id="{85AE16BA-44CB-1E45-8DC2-7F02D3F529A8}"/>
              </a:ext>
            </a:extLst>
          </p:cNvPr>
          <p:cNvSpPr/>
          <p:nvPr userDrawn="1"/>
        </p:nvSpPr>
        <p:spPr>
          <a:xfrm rot="5400000">
            <a:off x="-72845" y="3092773"/>
            <a:ext cx="1152000" cy="36004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6990F5-B2A0-544D-985C-A2AC91D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1" name="グループ化 14">
            <a:extLst>
              <a:ext uri="{FF2B5EF4-FFF2-40B4-BE49-F238E27FC236}">
                <a16:creationId xmlns:a16="http://schemas.microsoft.com/office/drawing/2014/main" id="{C9B50890-5712-7C4D-A204-A7E910F6DB92}"/>
              </a:ext>
            </a:extLst>
          </p:cNvPr>
          <p:cNvGrpSpPr/>
          <p:nvPr userDrawn="1"/>
        </p:nvGrpSpPr>
        <p:grpSpPr>
          <a:xfrm>
            <a:off x="304799" y="2267508"/>
            <a:ext cx="2491771" cy="605405"/>
            <a:chOff x="1073297" y="6784950"/>
            <a:chExt cx="4983109" cy="908108"/>
          </a:xfrm>
        </p:grpSpPr>
        <p:sp>
          <p:nvSpPr>
            <p:cNvPr id="22" name="正方形/長方形 15">
              <a:extLst>
                <a:ext uri="{FF2B5EF4-FFF2-40B4-BE49-F238E27FC236}">
                  <a16:creationId xmlns:a16="http://schemas.microsoft.com/office/drawing/2014/main" id="{E454BC2E-54E2-9747-B77D-DFED1368C104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23" name="円/楕円 16">
              <a:extLst>
                <a:ext uri="{FF2B5EF4-FFF2-40B4-BE49-F238E27FC236}">
                  <a16:creationId xmlns:a16="http://schemas.microsoft.com/office/drawing/2014/main" id="{7BCB4F19-ABA9-D340-AB84-BBBBC3411F33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24" name="円/楕円 17">
              <a:extLst>
                <a:ext uri="{FF2B5EF4-FFF2-40B4-BE49-F238E27FC236}">
                  <a16:creationId xmlns:a16="http://schemas.microsoft.com/office/drawing/2014/main" id="{06BDF653-0A70-E44F-BCAB-0E4E0F43F8E8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A538B774-E099-A140-ACCC-4B0C6FCC65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244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2B05B72-52BC-674D-9F6E-686C5DB9ED3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549514" y="-790180"/>
            <a:ext cx="2571" cy="9180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18">
            <a:extLst>
              <a:ext uri="{FF2B5EF4-FFF2-40B4-BE49-F238E27FC236}">
                <a16:creationId xmlns:a16="http://schemas.microsoft.com/office/drawing/2014/main" id="{09A6CF75-0AE7-2B4B-8C2A-F25DC014016F}"/>
              </a:ext>
            </a:extLst>
          </p:cNvPr>
          <p:cNvSpPr/>
          <p:nvPr userDrawn="1"/>
        </p:nvSpPr>
        <p:spPr>
          <a:xfrm>
            <a:off x="339384" y="3553981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latin typeface="+mj-lt"/>
              </a:rPr>
              <a:t>1</a:t>
            </a:r>
            <a:endParaRPr kumimoji="1" lang="ja-JP" altLang="en-US" sz="2133" b="0" i="0" dirty="0">
              <a:latin typeface="+mj-lt"/>
            </a:endParaRPr>
          </a:p>
        </p:txBody>
      </p:sp>
      <p:sp>
        <p:nvSpPr>
          <p:cNvPr id="30" name="テキスト プレースホルダー 6">
            <a:extLst>
              <a:ext uri="{FF2B5EF4-FFF2-40B4-BE49-F238E27FC236}">
                <a16:creationId xmlns:a16="http://schemas.microsoft.com/office/drawing/2014/main" id="{AA091084-55AC-754F-B91A-99D756DC67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44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5" name="正方形/長方形 66">
            <a:extLst>
              <a:ext uri="{FF2B5EF4-FFF2-40B4-BE49-F238E27FC236}">
                <a16:creationId xmlns:a16="http://schemas.microsoft.com/office/drawing/2014/main" id="{3C2165D3-8ACF-FB4B-93C6-79723F5B2358}"/>
              </a:ext>
            </a:extLst>
          </p:cNvPr>
          <p:cNvSpPr/>
          <p:nvPr userDrawn="1"/>
        </p:nvSpPr>
        <p:spPr>
          <a:xfrm rot="5400000">
            <a:off x="1387034" y="4406599"/>
            <a:ext cx="1152001" cy="36004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46" name="グループ化 14">
            <a:extLst>
              <a:ext uri="{FF2B5EF4-FFF2-40B4-BE49-F238E27FC236}">
                <a16:creationId xmlns:a16="http://schemas.microsoft.com/office/drawing/2014/main" id="{24342F78-421F-0744-8552-E695366991E8}"/>
              </a:ext>
            </a:extLst>
          </p:cNvPr>
          <p:cNvGrpSpPr/>
          <p:nvPr userDrawn="1"/>
        </p:nvGrpSpPr>
        <p:grpSpPr>
          <a:xfrm>
            <a:off x="1764675" y="4606796"/>
            <a:ext cx="2211767" cy="605405"/>
            <a:chOff x="1073297" y="6784950"/>
            <a:chExt cx="4423150" cy="908108"/>
          </a:xfrm>
        </p:grpSpPr>
        <p:sp>
          <p:nvSpPr>
            <p:cNvPr id="47" name="正方形/長方形 15">
              <a:extLst>
                <a:ext uri="{FF2B5EF4-FFF2-40B4-BE49-F238E27FC236}">
                  <a16:creationId xmlns:a16="http://schemas.microsoft.com/office/drawing/2014/main" id="{4603A253-6AB0-F04C-86C0-9829AD24C444}"/>
                </a:ext>
              </a:extLst>
            </p:cNvPr>
            <p:cNvSpPr/>
            <p:nvPr userDrawn="1"/>
          </p:nvSpPr>
          <p:spPr>
            <a:xfrm>
              <a:off x="1527352" y="6784952"/>
              <a:ext cx="3550036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8" name="円/楕円 16">
              <a:extLst>
                <a:ext uri="{FF2B5EF4-FFF2-40B4-BE49-F238E27FC236}">
                  <a16:creationId xmlns:a16="http://schemas.microsoft.com/office/drawing/2014/main" id="{1BD6498B-3689-3D42-9C8C-CF59A31B03D0}"/>
                </a:ext>
              </a:extLst>
            </p:cNvPr>
            <p:cNvSpPr/>
            <p:nvPr userDrawn="1"/>
          </p:nvSpPr>
          <p:spPr>
            <a:xfrm>
              <a:off x="4588342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9" name="円/楕円 17">
              <a:extLst>
                <a:ext uri="{FF2B5EF4-FFF2-40B4-BE49-F238E27FC236}">
                  <a16:creationId xmlns:a16="http://schemas.microsoft.com/office/drawing/2014/main" id="{5CCADEF0-BD7B-BC43-B26E-12CCA0772811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50" name="テキスト プレースホルダー 6">
            <a:extLst>
              <a:ext uri="{FF2B5EF4-FFF2-40B4-BE49-F238E27FC236}">
                <a16:creationId xmlns:a16="http://schemas.microsoft.com/office/drawing/2014/main" id="{20AE5301-68D0-F747-82D8-7DF32B27F9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41061" y="4669899"/>
            <a:ext cx="2084368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1" name="円/楕円 18">
            <a:extLst>
              <a:ext uri="{FF2B5EF4-FFF2-40B4-BE49-F238E27FC236}">
                <a16:creationId xmlns:a16="http://schemas.microsoft.com/office/drawing/2014/main" id="{149C8A41-4871-7041-A237-B541E7646935}"/>
              </a:ext>
            </a:extLst>
          </p:cNvPr>
          <p:cNvSpPr/>
          <p:nvPr userDrawn="1"/>
        </p:nvSpPr>
        <p:spPr>
          <a:xfrm>
            <a:off x="1799258" y="3553981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latin typeface="+mj-lt"/>
              </a:rPr>
              <a:t>2</a:t>
            </a:r>
            <a:endParaRPr kumimoji="1" lang="ja-JP" altLang="en-US" sz="2133" b="0" i="0" dirty="0">
              <a:latin typeface="+mj-lt"/>
            </a:endParaRPr>
          </a:p>
        </p:txBody>
      </p:sp>
      <p:sp>
        <p:nvSpPr>
          <p:cNvPr id="52" name="テキスト プレースホルダー 6">
            <a:extLst>
              <a:ext uri="{FF2B5EF4-FFF2-40B4-BE49-F238E27FC236}">
                <a16:creationId xmlns:a16="http://schemas.microsoft.com/office/drawing/2014/main" id="{10B73FC6-7978-C645-A2E8-08FC4832C9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41061" y="5279813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3" name="正方形/長方形 66">
            <a:extLst>
              <a:ext uri="{FF2B5EF4-FFF2-40B4-BE49-F238E27FC236}">
                <a16:creationId xmlns:a16="http://schemas.microsoft.com/office/drawing/2014/main" id="{AA93C12A-9882-E34C-B4D8-C570AB39FE37}"/>
              </a:ext>
            </a:extLst>
          </p:cNvPr>
          <p:cNvSpPr/>
          <p:nvPr userDrawn="1"/>
        </p:nvSpPr>
        <p:spPr>
          <a:xfrm rot="5400000">
            <a:off x="2692124" y="3092773"/>
            <a:ext cx="1152000" cy="36004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54" name="グループ化 14">
            <a:extLst>
              <a:ext uri="{FF2B5EF4-FFF2-40B4-BE49-F238E27FC236}">
                <a16:creationId xmlns:a16="http://schemas.microsoft.com/office/drawing/2014/main" id="{C64DB26E-20B2-E044-AC13-92F15DBA8892}"/>
              </a:ext>
            </a:extLst>
          </p:cNvPr>
          <p:cNvGrpSpPr/>
          <p:nvPr userDrawn="1"/>
        </p:nvGrpSpPr>
        <p:grpSpPr>
          <a:xfrm>
            <a:off x="3069770" y="2267508"/>
            <a:ext cx="2491771" cy="605405"/>
            <a:chOff x="1073297" y="6784950"/>
            <a:chExt cx="4983109" cy="908108"/>
          </a:xfrm>
        </p:grpSpPr>
        <p:sp>
          <p:nvSpPr>
            <p:cNvPr id="55" name="正方形/長方形 15">
              <a:extLst>
                <a:ext uri="{FF2B5EF4-FFF2-40B4-BE49-F238E27FC236}">
                  <a16:creationId xmlns:a16="http://schemas.microsoft.com/office/drawing/2014/main" id="{BDA91F40-F7D5-6145-A958-86D14074F30C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56" name="円/楕円 16">
              <a:extLst>
                <a:ext uri="{FF2B5EF4-FFF2-40B4-BE49-F238E27FC236}">
                  <a16:creationId xmlns:a16="http://schemas.microsoft.com/office/drawing/2014/main" id="{1E960C6C-574D-C54D-891F-31E16443AA8E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57" name="円/楕円 17">
              <a:extLst>
                <a:ext uri="{FF2B5EF4-FFF2-40B4-BE49-F238E27FC236}">
                  <a16:creationId xmlns:a16="http://schemas.microsoft.com/office/drawing/2014/main" id="{0DDB28D4-FB0B-F545-BCC1-802A767146A0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58" name="テキスト プレースホルダー 6">
            <a:extLst>
              <a:ext uri="{FF2B5EF4-FFF2-40B4-BE49-F238E27FC236}">
                <a16:creationId xmlns:a16="http://schemas.microsoft.com/office/drawing/2014/main" id="{8EC79B4B-3F65-9940-B3F7-7249127141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4213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9" name="円/楕円 18">
            <a:extLst>
              <a:ext uri="{FF2B5EF4-FFF2-40B4-BE49-F238E27FC236}">
                <a16:creationId xmlns:a16="http://schemas.microsoft.com/office/drawing/2014/main" id="{7347B615-4EDC-C943-8BD0-A8A68F580DCC}"/>
              </a:ext>
            </a:extLst>
          </p:cNvPr>
          <p:cNvSpPr/>
          <p:nvPr userDrawn="1"/>
        </p:nvSpPr>
        <p:spPr>
          <a:xfrm>
            <a:off x="3104353" y="3553981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latin typeface="+mj-lt"/>
              </a:rPr>
              <a:t>3</a:t>
            </a:r>
            <a:endParaRPr kumimoji="1" lang="ja-JP" altLang="en-US" sz="2133" b="0" i="0" dirty="0">
              <a:latin typeface="+mj-lt"/>
            </a:endParaRPr>
          </a:p>
        </p:txBody>
      </p:sp>
      <p:sp>
        <p:nvSpPr>
          <p:cNvPr id="60" name="テキスト プレースホルダー 6">
            <a:extLst>
              <a:ext uri="{FF2B5EF4-FFF2-40B4-BE49-F238E27FC236}">
                <a16:creationId xmlns:a16="http://schemas.microsoft.com/office/drawing/2014/main" id="{E52A0374-2DA0-5348-90C5-D8EDF42AD18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4213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1" name="正方形/長方形 66">
            <a:extLst>
              <a:ext uri="{FF2B5EF4-FFF2-40B4-BE49-F238E27FC236}">
                <a16:creationId xmlns:a16="http://schemas.microsoft.com/office/drawing/2014/main" id="{5525CD93-5FFF-F24F-9F1E-7DD491851DD4}"/>
              </a:ext>
            </a:extLst>
          </p:cNvPr>
          <p:cNvSpPr/>
          <p:nvPr userDrawn="1"/>
        </p:nvSpPr>
        <p:spPr>
          <a:xfrm rot="5400000">
            <a:off x="5457094" y="3092773"/>
            <a:ext cx="1152000" cy="36004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62" name="グループ化 14">
            <a:extLst>
              <a:ext uri="{FF2B5EF4-FFF2-40B4-BE49-F238E27FC236}">
                <a16:creationId xmlns:a16="http://schemas.microsoft.com/office/drawing/2014/main" id="{B1918D87-BE48-5F4B-9B0D-6AF26FDE80DF}"/>
              </a:ext>
            </a:extLst>
          </p:cNvPr>
          <p:cNvGrpSpPr/>
          <p:nvPr userDrawn="1"/>
        </p:nvGrpSpPr>
        <p:grpSpPr>
          <a:xfrm>
            <a:off x="5834740" y="2267508"/>
            <a:ext cx="2491771" cy="605405"/>
            <a:chOff x="1073297" y="6784950"/>
            <a:chExt cx="4983109" cy="908108"/>
          </a:xfrm>
        </p:grpSpPr>
        <p:sp>
          <p:nvSpPr>
            <p:cNvPr id="63" name="正方形/長方形 15">
              <a:extLst>
                <a:ext uri="{FF2B5EF4-FFF2-40B4-BE49-F238E27FC236}">
                  <a16:creationId xmlns:a16="http://schemas.microsoft.com/office/drawing/2014/main" id="{EFC943B3-7240-9740-B7C3-D2543E3A321B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64" name="円/楕円 16">
              <a:extLst>
                <a:ext uri="{FF2B5EF4-FFF2-40B4-BE49-F238E27FC236}">
                  <a16:creationId xmlns:a16="http://schemas.microsoft.com/office/drawing/2014/main" id="{73B66103-3C84-6342-BAFA-4D0194413389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65" name="円/楕円 17">
              <a:extLst>
                <a:ext uri="{FF2B5EF4-FFF2-40B4-BE49-F238E27FC236}">
                  <a16:creationId xmlns:a16="http://schemas.microsoft.com/office/drawing/2014/main" id="{AB6FE4A1-18A8-5949-AFFB-DDDE9572779A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66" name="テキスト プレースホルダー 6">
            <a:extLst>
              <a:ext uri="{FF2B5EF4-FFF2-40B4-BE49-F238E27FC236}">
                <a16:creationId xmlns:a16="http://schemas.microsoft.com/office/drawing/2014/main" id="{1512D65A-3924-1D4E-82FF-55B73113C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19183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7" name="円/楕円 18">
            <a:extLst>
              <a:ext uri="{FF2B5EF4-FFF2-40B4-BE49-F238E27FC236}">
                <a16:creationId xmlns:a16="http://schemas.microsoft.com/office/drawing/2014/main" id="{4507CB8F-1951-4447-BA2F-1A40D26E0911}"/>
              </a:ext>
            </a:extLst>
          </p:cNvPr>
          <p:cNvSpPr/>
          <p:nvPr userDrawn="1"/>
        </p:nvSpPr>
        <p:spPr>
          <a:xfrm>
            <a:off x="5869323" y="3553981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latin typeface="+mj-lt"/>
              </a:rPr>
              <a:t>5</a:t>
            </a:r>
            <a:endParaRPr kumimoji="1" lang="ja-JP" altLang="en-US" sz="2133" b="0" i="0" dirty="0">
              <a:latin typeface="+mj-lt"/>
            </a:endParaRPr>
          </a:p>
        </p:txBody>
      </p:sp>
      <p:sp>
        <p:nvSpPr>
          <p:cNvPr id="68" name="テキスト プレースホルダー 6">
            <a:extLst>
              <a:ext uri="{FF2B5EF4-FFF2-40B4-BE49-F238E27FC236}">
                <a16:creationId xmlns:a16="http://schemas.microsoft.com/office/drawing/2014/main" id="{E550E4B4-7EFB-5D43-97BD-878A5520D2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9183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9" name="正方形/長方形 66">
            <a:extLst>
              <a:ext uri="{FF2B5EF4-FFF2-40B4-BE49-F238E27FC236}">
                <a16:creationId xmlns:a16="http://schemas.microsoft.com/office/drawing/2014/main" id="{380DB26A-125A-4E44-B7A0-1D6E928F6A00}"/>
              </a:ext>
            </a:extLst>
          </p:cNvPr>
          <p:cNvSpPr/>
          <p:nvPr userDrawn="1"/>
        </p:nvSpPr>
        <p:spPr>
          <a:xfrm rot="5400000">
            <a:off x="4041949" y="4406599"/>
            <a:ext cx="1152001" cy="36004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70" name="グループ化 14">
            <a:extLst>
              <a:ext uri="{FF2B5EF4-FFF2-40B4-BE49-F238E27FC236}">
                <a16:creationId xmlns:a16="http://schemas.microsoft.com/office/drawing/2014/main" id="{937E18B9-FE18-9F4B-869B-8607B134722E}"/>
              </a:ext>
            </a:extLst>
          </p:cNvPr>
          <p:cNvGrpSpPr/>
          <p:nvPr userDrawn="1"/>
        </p:nvGrpSpPr>
        <p:grpSpPr>
          <a:xfrm>
            <a:off x="4419595" y="4606796"/>
            <a:ext cx="2211767" cy="605405"/>
            <a:chOff x="1073297" y="6784950"/>
            <a:chExt cx="4423150" cy="908108"/>
          </a:xfrm>
        </p:grpSpPr>
        <p:sp>
          <p:nvSpPr>
            <p:cNvPr id="71" name="正方形/長方形 15">
              <a:extLst>
                <a:ext uri="{FF2B5EF4-FFF2-40B4-BE49-F238E27FC236}">
                  <a16:creationId xmlns:a16="http://schemas.microsoft.com/office/drawing/2014/main" id="{C0443054-E422-594B-8587-F0B9932E1736}"/>
                </a:ext>
              </a:extLst>
            </p:cNvPr>
            <p:cNvSpPr/>
            <p:nvPr userDrawn="1"/>
          </p:nvSpPr>
          <p:spPr>
            <a:xfrm>
              <a:off x="1527352" y="6784952"/>
              <a:ext cx="3550036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72" name="円/楕円 16">
              <a:extLst>
                <a:ext uri="{FF2B5EF4-FFF2-40B4-BE49-F238E27FC236}">
                  <a16:creationId xmlns:a16="http://schemas.microsoft.com/office/drawing/2014/main" id="{C42E09A3-ED7B-D742-8454-E89E57C00D0B}"/>
                </a:ext>
              </a:extLst>
            </p:cNvPr>
            <p:cNvSpPr/>
            <p:nvPr userDrawn="1"/>
          </p:nvSpPr>
          <p:spPr>
            <a:xfrm>
              <a:off x="4588342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73" name="円/楕円 17">
              <a:extLst>
                <a:ext uri="{FF2B5EF4-FFF2-40B4-BE49-F238E27FC236}">
                  <a16:creationId xmlns:a16="http://schemas.microsoft.com/office/drawing/2014/main" id="{CB0BF4D5-3A7B-0149-B2F2-2C2655DB29D9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74" name="テキスト プレースホルダー 6">
            <a:extLst>
              <a:ext uri="{FF2B5EF4-FFF2-40B4-BE49-F238E27FC236}">
                <a16:creationId xmlns:a16="http://schemas.microsoft.com/office/drawing/2014/main" id="{C3730180-618F-5E44-A4B7-822C26F073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01284" y="4669899"/>
            <a:ext cx="2084368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5" name="円/楕円 18">
            <a:extLst>
              <a:ext uri="{FF2B5EF4-FFF2-40B4-BE49-F238E27FC236}">
                <a16:creationId xmlns:a16="http://schemas.microsoft.com/office/drawing/2014/main" id="{2033B1D4-D5CF-2845-8735-E93D790EC466}"/>
              </a:ext>
            </a:extLst>
          </p:cNvPr>
          <p:cNvSpPr/>
          <p:nvPr userDrawn="1"/>
        </p:nvSpPr>
        <p:spPr>
          <a:xfrm>
            <a:off x="4454178" y="3553981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latin typeface="+mj-lt"/>
              </a:rPr>
              <a:t>4</a:t>
            </a:r>
            <a:endParaRPr kumimoji="1" lang="ja-JP" altLang="en-US" sz="2133" b="0" i="0" dirty="0">
              <a:latin typeface="+mj-lt"/>
            </a:endParaRPr>
          </a:p>
        </p:txBody>
      </p:sp>
      <p:sp>
        <p:nvSpPr>
          <p:cNvPr id="76" name="テキスト プレースホルダー 6">
            <a:extLst>
              <a:ext uri="{FF2B5EF4-FFF2-40B4-BE49-F238E27FC236}">
                <a16:creationId xmlns:a16="http://schemas.microsoft.com/office/drawing/2014/main" id="{6F77D1E2-13FA-6D4F-B79E-D2F359120A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01284" y="5279813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3626905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C9282-E488-0945-9F50-A912C50E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円/楕円 9">
            <a:extLst>
              <a:ext uri="{FF2B5EF4-FFF2-40B4-BE49-F238E27FC236}">
                <a16:creationId xmlns:a16="http://schemas.microsoft.com/office/drawing/2014/main" id="{E99D4D55-417D-CE4C-B916-771740C0355F}"/>
              </a:ext>
            </a:extLst>
          </p:cNvPr>
          <p:cNvSpPr/>
          <p:nvPr userDrawn="1"/>
        </p:nvSpPr>
        <p:spPr>
          <a:xfrm>
            <a:off x="567374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円/楕円 10">
            <a:extLst>
              <a:ext uri="{FF2B5EF4-FFF2-40B4-BE49-F238E27FC236}">
                <a16:creationId xmlns:a16="http://schemas.microsoft.com/office/drawing/2014/main" id="{AC55D972-3D68-5D46-A2CC-EC2556B81914}"/>
              </a:ext>
            </a:extLst>
          </p:cNvPr>
          <p:cNvSpPr/>
          <p:nvPr userDrawn="1"/>
        </p:nvSpPr>
        <p:spPr>
          <a:xfrm>
            <a:off x="485424" y="1938316"/>
            <a:ext cx="1800000" cy="18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図プレースホルダー 5">
            <a:extLst>
              <a:ext uri="{FF2B5EF4-FFF2-40B4-BE49-F238E27FC236}">
                <a16:creationId xmlns:a16="http://schemas.microsoft.com/office/drawing/2014/main" id="{75625011-3872-7F46-AD95-A51EE193FD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330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rgbClr val="003798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6" name="円/楕円 12">
            <a:extLst>
              <a:ext uri="{FF2B5EF4-FFF2-40B4-BE49-F238E27FC236}">
                <a16:creationId xmlns:a16="http://schemas.microsoft.com/office/drawing/2014/main" id="{E6307F08-FC31-3B41-88C0-C59316021AE1}"/>
              </a:ext>
            </a:extLst>
          </p:cNvPr>
          <p:cNvSpPr/>
          <p:nvPr userDrawn="1"/>
        </p:nvSpPr>
        <p:spPr>
          <a:xfrm>
            <a:off x="2646056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円/楕円 13">
            <a:extLst>
              <a:ext uri="{FF2B5EF4-FFF2-40B4-BE49-F238E27FC236}">
                <a16:creationId xmlns:a16="http://schemas.microsoft.com/office/drawing/2014/main" id="{252D9CBA-8023-924C-ACF6-5C4086CDDD75}"/>
              </a:ext>
            </a:extLst>
          </p:cNvPr>
          <p:cNvSpPr/>
          <p:nvPr userDrawn="1"/>
        </p:nvSpPr>
        <p:spPr>
          <a:xfrm>
            <a:off x="2564106" y="1938316"/>
            <a:ext cx="1800000" cy="18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A29EB1B0-A0F9-6849-B93B-4F6E9BA089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198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rgbClr val="003798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9" name="円/楕円 15">
            <a:extLst>
              <a:ext uri="{FF2B5EF4-FFF2-40B4-BE49-F238E27FC236}">
                <a16:creationId xmlns:a16="http://schemas.microsoft.com/office/drawing/2014/main" id="{F2EF438D-7544-8641-BEB2-8492FBDBD33B}"/>
              </a:ext>
            </a:extLst>
          </p:cNvPr>
          <p:cNvSpPr/>
          <p:nvPr userDrawn="1"/>
        </p:nvSpPr>
        <p:spPr>
          <a:xfrm>
            <a:off x="4724738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円/楕円 16">
            <a:extLst>
              <a:ext uri="{FF2B5EF4-FFF2-40B4-BE49-F238E27FC236}">
                <a16:creationId xmlns:a16="http://schemas.microsoft.com/office/drawing/2014/main" id="{043CADBB-CFEF-684C-90B4-31D41E21B62C}"/>
              </a:ext>
            </a:extLst>
          </p:cNvPr>
          <p:cNvSpPr/>
          <p:nvPr userDrawn="1"/>
        </p:nvSpPr>
        <p:spPr>
          <a:xfrm>
            <a:off x="4642788" y="1938316"/>
            <a:ext cx="1800000" cy="18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1" name="図プレースホルダー 5">
            <a:extLst>
              <a:ext uri="{FF2B5EF4-FFF2-40B4-BE49-F238E27FC236}">
                <a16:creationId xmlns:a16="http://schemas.microsoft.com/office/drawing/2014/main" id="{FAF59DF6-10B1-2E4C-AF52-2BA5B9CC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1066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rgbClr val="003798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2" name="円/楕円 18">
            <a:extLst>
              <a:ext uri="{FF2B5EF4-FFF2-40B4-BE49-F238E27FC236}">
                <a16:creationId xmlns:a16="http://schemas.microsoft.com/office/drawing/2014/main" id="{98E260CE-D0BE-BE41-9676-E2F0E16B5D0F}"/>
              </a:ext>
            </a:extLst>
          </p:cNvPr>
          <p:cNvSpPr/>
          <p:nvPr userDrawn="1"/>
        </p:nvSpPr>
        <p:spPr>
          <a:xfrm>
            <a:off x="6803420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3" name="円/楕円 19">
            <a:extLst>
              <a:ext uri="{FF2B5EF4-FFF2-40B4-BE49-F238E27FC236}">
                <a16:creationId xmlns:a16="http://schemas.microsoft.com/office/drawing/2014/main" id="{CD8ED5D2-E95F-664C-B1E0-B345ABCA8E53}"/>
              </a:ext>
            </a:extLst>
          </p:cNvPr>
          <p:cNvSpPr/>
          <p:nvPr userDrawn="1"/>
        </p:nvSpPr>
        <p:spPr>
          <a:xfrm>
            <a:off x="6721470" y="1938316"/>
            <a:ext cx="1800000" cy="18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4" name="図プレースホルダー 5">
            <a:extLst>
              <a:ext uri="{FF2B5EF4-FFF2-40B4-BE49-F238E27FC236}">
                <a16:creationId xmlns:a16="http://schemas.microsoft.com/office/drawing/2014/main" id="{8607DC4D-E7B1-2541-89A8-655A06AE10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789352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rgbClr val="003798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7" name="正方形/長方形 23">
            <a:extLst>
              <a:ext uri="{FF2B5EF4-FFF2-40B4-BE49-F238E27FC236}">
                <a16:creationId xmlns:a16="http://schemas.microsoft.com/office/drawing/2014/main" id="{1775E970-8448-2F46-8DBC-DB2155C09D8B}"/>
              </a:ext>
            </a:extLst>
          </p:cNvPr>
          <p:cNvSpPr/>
          <p:nvPr userDrawn="1"/>
        </p:nvSpPr>
        <p:spPr>
          <a:xfrm>
            <a:off x="636532" y="4836228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0" name="正方形/長方形 26">
            <a:extLst>
              <a:ext uri="{FF2B5EF4-FFF2-40B4-BE49-F238E27FC236}">
                <a16:creationId xmlns:a16="http://schemas.microsoft.com/office/drawing/2014/main" id="{684777EA-684F-A842-9DDB-8E96C652FE34}"/>
              </a:ext>
            </a:extLst>
          </p:cNvPr>
          <p:cNvSpPr/>
          <p:nvPr userDrawn="1"/>
        </p:nvSpPr>
        <p:spPr>
          <a:xfrm>
            <a:off x="2719204" y="4834664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3" name="正方形/長方形 29">
            <a:extLst>
              <a:ext uri="{FF2B5EF4-FFF2-40B4-BE49-F238E27FC236}">
                <a16:creationId xmlns:a16="http://schemas.microsoft.com/office/drawing/2014/main" id="{24E62163-301F-4840-BB78-8E05C56946EF}"/>
              </a:ext>
            </a:extLst>
          </p:cNvPr>
          <p:cNvSpPr/>
          <p:nvPr userDrawn="1"/>
        </p:nvSpPr>
        <p:spPr>
          <a:xfrm>
            <a:off x="4801877" y="4836228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6" name="正方形/長方形 32">
            <a:extLst>
              <a:ext uri="{FF2B5EF4-FFF2-40B4-BE49-F238E27FC236}">
                <a16:creationId xmlns:a16="http://schemas.microsoft.com/office/drawing/2014/main" id="{CA1FDE57-B57F-514D-B532-01252D3AECDF}"/>
              </a:ext>
            </a:extLst>
          </p:cNvPr>
          <p:cNvSpPr/>
          <p:nvPr userDrawn="1"/>
        </p:nvSpPr>
        <p:spPr>
          <a:xfrm>
            <a:off x="6884544" y="4836228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1" name="テキスト プレースホルダー 6">
            <a:extLst>
              <a:ext uri="{FF2B5EF4-FFF2-40B4-BE49-F238E27FC236}">
                <a16:creationId xmlns:a16="http://schemas.microsoft.com/office/drawing/2014/main" id="{CAF2329C-2D58-5949-926D-5995E8AD32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3872688"/>
            <a:ext cx="1988988" cy="495389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2" name="テキスト プレースホルダー 6">
            <a:extLst>
              <a:ext uri="{FF2B5EF4-FFF2-40B4-BE49-F238E27FC236}">
                <a16:creationId xmlns:a16="http://schemas.microsoft.com/office/drawing/2014/main" id="{A274CF6E-9F6D-6A40-B831-8F5C24C1FD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3872688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3" name="テキスト プレースホルダー 6">
            <a:extLst>
              <a:ext uri="{FF2B5EF4-FFF2-40B4-BE49-F238E27FC236}">
                <a16:creationId xmlns:a16="http://schemas.microsoft.com/office/drawing/2014/main" id="{D49AF81F-E598-1543-AA17-3AFD9BD69D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3874252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4" name="テキスト プレースホルダー 6">
            <a:extLst>
              <a:ext uri="{FF2B5EF4-FFF2-40B4-BE49-F238E27FC236}">
                <a16:creationId xmlns:a16="http://schemas.microsoft.com/office/drawing/2014/main" id="{A9D8F545-9BC1-3541-B7DD-244E4FB3C32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3874252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5" name="テキスト プレースホルダー 6">
            <a:extLst>
              <a:ext uri="{FF2B5EF4-FFF2-40B4-BE49-F238E27FC236}">
                <a16:creationId xmlns:a16="http://schemas.microsoft.com/office/drawing/2014/main" id="{B91C3120-146A-744A-9683-B97C977347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6" name="テキスト プレースホルダー 6">
            <a:extLst>
              <a:ext uri="{FF2B5EF4-FFF2-40B4-BE49-F238E27FC236}">
                <a16:creationId xmlns:a16="http://schemas.microsoft.com/office/drawing/2014/main" id="{CAF2A8C8-AD69-3F4B-9B46-EEB420F5391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4902221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7" name="テキスト プレースホルダー 6">
            <a:extLst>
              <a:ext uri="{FF2B5EF4-FFF2-40B4-BE49-F238E27FC236}">
                <a16:creationId xmlns:a16="http://schemas.microsoft.com/office/drawing/2014/main" id="{501D10B9-BB12-6D43-8F2E-6D6F81ACD5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8" name="テキスト プレースホルダー 6">
            <a:extLst>
              <a:ext uri="{FF2B5EF4-FFF2-40B4-BE49-F238E27FC236}">
                <a16:creationId xmlns:a16="http://schemas.microsoft.com/office/drawing/2014/main" id="{E9CBF51E-9D9A-524D-9B58-16A79D0104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9" name="テキスト プレースホルダー 6">
            <a:extLst>
              <a:ext uri="{FF2B5EF4-FFF2-40B4-BE49-F238E27FC236}">
                <a16:creationId xmlns:a16="http://schemas.microsoft.com/office/drawing/2014/main" id="{C13FA9C5-EAF8-EC4B-8E25-90F71A6F14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0" name="テキスト プレースホルダー 6">
            <a:extLst>
              <a:ext uri="{FF2B5EF4-FFF2-40B4-BE49-F238E27FC236}">
                <a16:creationId xmlns:a16="http://schemas.microsoft.com/office/drawing/2014/main" id="{62022344-A132-1041-A95B-9F35C11B11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4412961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1" name="テキスト プレースホルダー 6">
            <a:extLst>
              <a:ext uri="{FF2B5EF4-FFF2-40B4-BE49-F238E27FC236}">
                <a16:creationId xmlns:a16="http://schemas.microsoft.com/office/drawing/2014/main" id="{D3DB8125-DA36-394B-BF28-9A799DDE70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2" name="テキスト プレースホルダー 6">
            <a:extLst>
              <a:ext uri="{FF2B5EF4-FFF2-40B4-BE49-F238E27FC236}">
                <a16:creationId xmlns:a16="http://schemas.microsoft.com/office/drawing/2014/main" id="{32DBE8B0-44AC-F948-AB64-34BB50AB5E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470109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9B70C-B30C-4248-99AE-B0A682F6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正方形/長方形 9">
            <a:extLst>
              <a:ext uri="{FF2B5EF4-FFF2-40B4-BE49-F238E27FC236}">
                <a16:creationId xmlns:a16="http://schemas.microsoft.com/office/drawing/2014/main" id="{1BD15A6F-71B9-144A-8A4B-F46A0559BFFD}"/>
              </a:ext>
            </a:extLst>
          </p:cNvPr>
          <p:cNvSpPr/>
          <p:nvPr userDrawn="1"/>
        </p:nvSpPr>
        <p:spPr>
          <a:xfrm>
            <a:off x="0" y="3689249"/>
            <a:ext cx="9144000" cy="9071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正方形/長方形 10">
            <a:extLst>
              <a:ext uri="{FF2B5EF4-FFF2-40B4-BE49-F238E27FC236}">
                <a16:creationId xmlns:a16="http://schemas.microsoft.com/office/drawing/2014/main" id="{9026A5D0-C8A9-7B40-AFB6-8D485AD03EA7}"/>
              </a:ext>
            </a:extLst>
          </p:cNvPr>
          <p:cNvSpPr/>
          <p:nvPr userDrawn="1"/>
        </p:nvSpPr>
        <p:spPr>
          <a:xfrm>
            <a:off x="3254" y="3689249"/>
            <a:ext cx="1436092" cy="907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正方形/長方形 11">
            <a:extLst>
              <a:ext uri="{FF2B5EF4-FFF2-40B4-BE49-F238E27FC236}">
                <a16:creationId xmlns:a16="http://schemas.microsoft.com/office/drawing/2014/main" id="{A297535D-6C84-2947-A350-B6E466477908}"/>
              </a:ext>
            </a:extLst>
          </p:cNvPr>
          <p:cNvSpPr/>
          <p:nvPr userDrawn="1"/>
        </p:nvSpPr>
        <p:spPr>
          <a:xfrm>
            <a:off x="7720141" y="3689249"/>
            <a:ext cx="1423865" cy="9071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" name="正方形/長方形 12">
            <a:extLst>
              <a:ext uri="{FF2B5EF4-FFF2-40B4-BE49-F238E27FC236}">
                <a16:creationId xmlns:a16="http://schemas.microsoft.com/office/drawing/2014/main" id="{7283E29D-B3D3-CB4B-8CA2-77A0DA81BD88}"/>
              </a:ext>
            </a:extLst>
          </p:cNvPr>
          <p:cNvSpPr/>
          <p:nvPr userDrawn="1"/>
        </p:nvSpPr>
        <p:spPr>
          <a:xfrm>
            <a:off x="5645992" y="3689249"/>
            <a:ext cx="2080665" cy="9071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正方形/長方形 13">
            <a:extLst>
              <a:ext uri="{FF2B5EF4-FFF2-40B4-BE49-F238E27FC236}">
                <a16:creationId xmlns:a16="http://schemas.microsoft.com/office/drawing/2014/main" id="{7F527383-F955-AB41-A092-F087E33CACB7}"/>
              </a:ext>
            </a:extLst>
          </p:cNvPr>
          <p:cNvSpPr/>
          <p:nvPr userDrawn="1"/>
        </p:nvSpPr>
        <p:spPr>
          <a:xfrm>
            <a:off x="3524243" y="3689249"/>
            <a:ext cx="2080665" cy="9071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正方形/長方形 14">
            <a:extLst>
              <a:ext uri="{FF2B5EF4-FFF2-40B4-BE49-F238E27FC236}">
                <a16:creationId xmlns:a16="http://schemas.microsoft.com/office/drawing/2014/main" id="{9F7B3020-6E13-7649-AD4B-460C0E9907F4}"/>
              </a:ext>
            </a:extLst>
          </p:cNvPr>
          <p:cNvSpPr/>
          <p:nvPr userDrawn="1"/>
        </p:nvSpPr>
        <p:spPr>
          <a:xfrm>
            <a:off x="1443578" y="3689249"/>
            <a:ext cx="2080665" cy="9071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円/楕円 15">
            <a:extLst>
              <a:ext uri="{FF2B5EF4-FFF2-40B4-BE49-F238E27FC236}">
                <a16:creationId xmlns:a16="http://schemas.microsoft.com/office/drawing/2014/main" id="{DB7A6A3F-0FA2-3948-8B02-6CA6E5D7430A}"/>
              </a:ext>
            </a:extLst>
          </p:cNvPr>
          <p:cNvSpPr/>
          <p:nvPr userDrawn="1"/>
        </p:nvSpPr>
        <p:spPr>
          <a:xfrm>
            <a:off x="1286932" y="3531405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円/楕円 16">
            <a:extLst>
              <a:ext uri="{FF2B5EF4-FFF2-40B4-BE49-F238E27FC236}">
                <a16:creationId xmlns:a16="http://schemas.microsoft.com/office/drawing/2014/main" id="{05BBA681-6994-BC4D-AE0E-A6D936EDB1B2}"/>
              </a:ext>
            </a:extLst>
          </p:cNvPr>
          <p:cNvSpPr/>
          <p:nvPr userDrawn="1"/>
        </p:nvSpPr>
        <p:spPr>
          <a:xfrm>
            <a:off x="3371825" y="3531405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1" name="円/楕円 17">
            <a:extLst>
              <a:ext uri="{FF2B5EF4-FFF2-40B4-BE49-F238E27FC236}">
                <a16:creationId xmlns:a16="http://schemas.microsoft.com/office/drawing/2014/main" id="{3B4DAD6B-9943-0A42-A6E8-D5C4DFBAB378}"/>
              </a:ext>
            </a:extLst>
          </p:cNvPr>
          <p:cNvSpPr/>
          <p:nvPr userDrawn="1"/>
        </p:nvSpPr>
        <p:spPr>
          <a:xfrm>
            <a:off x="5464706" y="3531405"/>
            <a:ext cx="360000" cy="360000"/>
          </a:xfrm>
          <a:prstGeom prst="ellipse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2" name="円/楕円 18">
            <a:extLst>
              <a:ext uri="{FF2B5EF4-FFF2-40B4-BE49-F238E27FC236}">
                <a16:creationId xmlns:a16="http://schemas.microsoft.com/office/drawing/2014/main" id="{C4967610-7568-9B40-A3FE-987664DDFE3B}"/>
              </a:ext>
            </a:extLst>
          </p:cNvPr>
          <p:cNvSpPr/>
          <p:nvPr userDrawn="1"/>
        </p:nvSpPr>
        <p:spPr>
          <a:xfrm>
            <a:off x="7554945" y="3531405"/>
            <a:ext cx="360000" cy="360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6E1744B6-D9F8-1A48-AE89-F1D43A28D9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3207421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14" name="テキスト プレースホルダー 6">
            <a:extLst>
              <a:ext uri="{FF2B5EF4-FFF2-40B4-BE49-F238E27FC236}">
                <a16:creationId xmlns:a16="http://schemas.microsoft.com/office/drawing/2014/main" id="{11725FEE-B2B5-0447-8696-70ED2D3B9F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178" y="2450008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E42A7F65-A019-2949-999E-1CE37180D4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178" y="1493622"/>
            <a:ext cx="2274334" cy="823041"/>
          </a:xfrm>
        </p:spPr>
        <p:txBody>
          <a:bodyPr anchor="b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正方形/長方形 22">
            <a:extLst>
              <a:ext uri="{FF2B5EF4-FFF2-40B4-BE49-F238E27FC236}">
                <a16:creationId xmlns:a16="http://schemas.microsoft.com/office/drawing/2014/main" id="{D5C1F468-3F3D-0643-9A0F-893FAD463A2F}"/>
              </a:ext>
            </a:extLst>
          </p:cNvPr>
          <p:cNvSpPr/>
          <p:nvPr userDrawn="1"/>
        </p:nvSpPr>
        <p:spPr>
          <a:xfrm>
            <a:off x="629190" y="2400232"/>
            <a:ext cx="1620321" cy="480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B72A97DB-ABA3-AD44-91BE-2022549ACF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36549" y="3192909"/>
            <a:ext cx="2160000" cy="31568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50BF1924-3731-DB4C-9977-BEB95B4D7F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9952" y="2435491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テキスト プレースホルダー 6">
            <a:extLst>
              <a:ext uri="{FF2B5EF4-FFF2-40B4-BE49-F238E27FC236}">
                <a16:creationId xmlns:a16="http://schemas.microsoft.com/office/drawing/2014/main" id="{C64722C7-ACB3-E14C-A4D3-B7A2D9DEC5F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79952" y="1479107"/>
            <a:ext cx="2274334" cy="823041"/>
          </a:xfrm>
        </p:spPr>
        <p:txBody>
          <a:bodyPr anchor="b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4" name="正方形/長方形 30">
            <a:extLst>
              <a:ext uri="{FF2B5EF4-FFF2-40B4-BE49-F238E27FC236}">
                <a16:creationId xmlns:a16="http://schemas.microsoft.com/office/drawing/2014/main" id="{4DACBA3F-4877-DE4C-9787-20E869737984}"/>
              </a:ext>
            </a:extLst>
          </p:cNvPr>
          <p:cNvSpPr/>
          <p:nvPr userDrawn="1"/>
        </p:nvSpPr>
        <p:spPr>
          <a:xfrm>
            <a:off x="4806964" y="2385716"/>
            <a:ext cx="1620321" cy="480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1" name="テキスト プレースホルダー 6">
            <a:extLst>
              <a:ext uri="{FF2B5EF4-FFF2-40B4-BE49-F238E27FC236}">
                <a16:creationId xmlns:a16="http://schemas.microsoft.com/office/drawing/2014/main" id="{9ABE23B4-C3E7-D54B-B5DC-02D0FBAEF7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43668" y="4065620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2" name="テキスト プレースホルダー 6">
            <a:extLst>
              <a:ext uri="{FF2B5EF4-FFF2-40B4-BE49-F238E27FC236}">
                <a16:creationId xmlns:a16="http://schemas.microsoft.com/office/drawing/2014/main" id="{FF341C6A-AF5E-D148-B515-349DDCECC8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87071" y="4498036"/>
            <a:ext cx="2274334" cy="648000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3" name="正方形/長方形 25">
            <a:extLst>
              <a:ext uri="{FF2B5EF4-FFF2-40B4-BE49-F238E27FC236}">
                <a16:creationId xmlns:a16="http://schemas.microsoft.com/office/drawing/2014/main" id="{1A5BD58D-C546-9C4F-8BE4-8F6BE89ACCD0}"/>
              </a:ext>
            </a:extLst>
          </p:cNvPr>
          <p:cNvSpPr/>
          <p:nvPr userDrawn="1"/>
        </p:nvSpPr>
        <p:spPr>
          <a:xfrm>
            <a:off x="2714082" y="520142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4" name="テキスト プレースホルダー 6">
            <a:extLst>
              <a:ext uri="{FF2B5EF4-FFF2-40B4-BE49-F238E27FC236}">
                <a16:creationId xmlns:a16="http://schemas.microsoft.com/office/drawing/2014/main" id="{2BD8B818-3134-3A4A-840E-5CCB6E26BA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87071" y="5336515"/>
            <a:ext cx="2274334" cy="748279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5" name="テキスト プレースホルダー 6">
            <a:extLst>
              <a:ext uri="{FF2B5EF4-FFF2-40B4-BE49-F238E27FC236}">
                <a16:creationId xmlns:a16="http://schemas.microsoft.com/office/drawing/2014/main" id="{E6652B14-D6F9-634F-91F5-59990D68B0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9110" y="4065620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6" name="テキスト プレースホルダー 6">
            <a:extLst>
              <a:ext uri="{FF2B5EF4-FFF2-40B4-BE49-F238E27FC236}">
                <a16:creationId xmlns:a16="http://schemas.microsoft.com/office/drawing/2014/main" id="{2ECD0563-9935-3948-8B31-D3E992D43F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82513" y="4498036"/>
            <a:ext cx="2274334" cy="648000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7" name="正方形/長方形 33">
            <a:extLst>
              <a:ext uri="{FF2B5EF4-FFF2-40B4-BE49-F238E27FC236}">
                <a16:creationId xmlns:a16="http://schemas.microsoft.com/office/drawing/2014/main" id="{DF320BCB-1264-BB49-B2A5-540C8903307C}"/>
              </a:ext>
            </a:extLst>
          </p:cNvPr>
          <p:cNvSpPr/>
          <p:nvPr userDrawn="1"/>
        </p:nvSpPr>
        <p:spPr>
          <a:xfrm>
            <a:off x="6909525" y="520142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8" name="テキスト プレースホルダー 6">
            <a:extLst>
              <a:ext uri="{FF2B5EF4-FFF2-40B4-BE49-F238E27FC236}">
                <a16:creationId xmlns:a16="http://schemas.microsoft.com/office/drawing/2014/main" id="{933F1F5E-636C-4645-BD1A-25FE77717E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2513" y="5336515"/>
            <a:ext cx="2274334" cy="748279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3378130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4CFBE-1581-3D4D-9582-7DE7E88F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正方形/長方形 5">
            <a:extLst>
              <a:ext uri="{FF2B5EF4-FFF2-40B4-BE49-F238E27FC236}">
                <a16:creationId xmlns:a16="http://schemas.microsoft.com/office/drawing/2014/main" id="{6C9EDA8F-FDD1-3849-869D-17D6A529B164}"/>
              </a:ext>
            </a:extLst>
          </p:cNvPr>
          <p:cNvSpPr/>
          <p:nvPr userDrawn="1"/>
        </p:nvSpPr>
        <p:spPr>
          <a:xfrm>
            <a:off x="5" y="1844824"/>
            <a:ext cx="3564993" cy="720080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平行四辺形 11">
            <a:extLst>
              <a:ext uri="{FF2B5EF4-FFF2-40B4-BE49-F238E27FC236}">
                <a16:creationId xmlns:a16="http://schemas.microsoft.com/office/drawing/2014/main" id="{80E22A99-F66F-1441-886B-DA8CDBF3F781}"/>
              </a:ext>
            </a:extLst>
          </p:cNvPr>
          <p:cNvSpPr/>
          <p:nvPr userDrawn="1"/>
        </p:nvSpPr>
        <p:spPr>
          <a:xfrm>
            <a:off x="900083" y="2564908"/>
            <a:ext cx="2664915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C6AA8498-C253-1C49-9D34-00D7878CCB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1737" y="196484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" name="平行四辺形 21">
            <a:extLst>
              <a:ext uri="{FF2B5EF4-FFF2-40B4-BE49-F238E27FC236}">
                <a16:creationId xmlns:a16="http://schemas.microsoft.com/office/drawing/2014/main" id="{D52A1CA8-2906-0347-B0CB-8DD4913C1335}"/>
              </a:ext>
            </a:extLst>
          </p:cNvPr>
          <p:cNvSpPr/>
          <p:nvPr userDrawn="1"/>
        </p:nvSpPr>
        <p:spPr>
          <a:xfrm>
            <a:off x="1800161" y="3653029"/>
            <a:ext cx="2664915" cy="368041"/>
          </a:xfrm>
          <a:prstGeom prst="parallelogram">
            <a:avLst>
              <a:gd name="adj" fmla="val 13705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平行四辺形 22">
            <a:extLst>
              <a:ext uri="{FF2B5EF4-FFF2-40B4-BE49-F238E27FC236}">
                <a16:creationId xmlns:a16="http://schemas.microsoft.com/office/drawing/2014/main" id="{6CD04B80-95CF-2A42-997C-57DAFB8EF658}"/>
              </a:ext>
            </a:extLst>
          </p:cNvPr>
          <p:cNvSpPr/>
          <p:nvPr userDrawn="1"/>
        </p:nvSpPr>
        <p:spPr>
          <a:xfrm>
            <a:off x="2699341" y="4741149"/>
            <a:ext cx="2664915" cy="36804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正方形/長方形 8">
            <a:extLst>
              <a:ext uri="{FF2B5EF4-FFF2-40B4-BE49-F238E27FC236}">
                <a16:creationId xmlns:a16="http://schemas.microsoft.com/office/drawing/2014/main" id="{9C0CC488-9191-EF46-AFC2-CE6191F0D2AA}"/>
              </a:ext>
            </a:extLst>
          </p:cNvPr>
          <p:cNvSpPr/>
          <p:nvPr userDrawn="1"/>
        </p:nvSpPr>
        <p:spPr>
          <a:xfrm>
            <a:off x="900083" y="2932945"/>
            <a:ext cx="3564993" cy="7200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正方形/長方形 9">
            <a:extLst>
              <a:ext uri="{FF2B5EF4-FFF2-40B4-BE49-F238E27FC236}">
                <a16:creationId xmlns:a16="http://schemas.microsoft.com/office/drawing/2014/main" id="{AEFB57FD-735D-EE4B-852C-C7E505CF9776}"/>
              </a:ext>
            </a:extLst>
          </p:cNvPr>
          <p:cNvSpPr/>
          <p:nvPr userDrawn="1"/>
        </p:nvSpPr>
        <p:spPr>
          <a:xfrm>
            <a:off x="1800161" y="4021065"/>
            <a:ext cx="3564993" cy="720080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正方形/長方形 18">
            <a:extLst>
              <a:ext uri="{FF2B5EF4-FFF2-40B4-BE49-F238E27FC236}">
                <a16:creationId xmlns:a16="http://schemas.microsoft.com/office/drawing/2014/main" id="{0B20C872-54DC-E343-AB43-76996D65ED5B}"/>
              </a:ext>
            </a:extLst>
          </p:cNvPr>
          <p:cNvSpPr/>
          <p:nvPr userDrawn="1"/>
        </p:nvSpPr>
        <p:spPr>
          <a:xfrm>
            <a:off x="2699346" y="5109187"/>
            <a:ext cx="3564993" cy="7200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63B7CAA0-E732-CA41-B81C-DE1782CD7E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1110" y="305296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テキスト プレースホルダー 6">
            <a:extLst>
              <a:ext uri="{FF2B5EF4-FFF2-40B4-BE49-F238E27FC236}">
                <a16:creationId xmlns:a16="http://schemas.microsoft.com/office/drawing/2014/main" id="{5A8E119E-F484-C24B-B205-185E37C0A8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11288" y="414108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3333FB8C-3C94-F64F-AECF-338767A010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12271" y="522920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A6DF3F36-68FC-2F4D-9250-79C5FBC676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3299" y="5047088"/>
            <a:ext cx="2772549" cy="856096"/>
          </a:xfrm>
        </p:spPr>
        <p:txBody>
          <a:bodyPr anchor="ctr">
            <a:norm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0AE314B0-E325-AD47-BE12-D8CB5F4D3D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2942" y="2866576"/>
            <a:ext cx="2772549" cy="856096"/>
          </a:xfrm>
        </p:spPr>
        <p:txBody>
          <a:bodyPr anchor="ctr">
            <a:norm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テキスト プレースホルダー 6">
            <a:extLst>
              <a:ext uri="{FF2B5EF4-FFF2-40B4-BE49-F238E27FC236}">
                <a16:creationId xmlns:a16="http://schemas.microsoft.com/office/drawing/2014/main" id="{0572551A-4D1E-2544-9C32-9C13676728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56421" y="3955193"/>
            <a:ext cx="2772549" cy="856096"/>
          </a:xfrm>
        </p:spPr>
        <p:txBody>
          <a:bodyPr anchor="ctr">
            <a:norm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4" name="テキスト プレースホルダー 6">
            <a:extLst>
              <a:ext uri="{FF2B5EF4-FFF2-40B4-BE49-F238E27FC236}">
                <a16:creationId xmlns:a16="http://schemas.microsoft.com/office/drawing/2014/main" id="{F851EAFF-FCE7-F84A-911D-ECFB8BB39C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18542" y="1811149"/>
            <a:ext cx="2772549" cy="856096"/>
          </a:xfrm>
        </p:spPr>
        <p:txBody>
          <a:bodyPr anchor="ctr">
            <a:norm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332782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4A18D-6D0E-E94C-A269-4E9D56F1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正方形/長方形 24">
            <a:extLst>
              <a:ext uri="{FF2B5EF4-FFF2-40B4-BE49-F238E27FC236}">
                <a16:creationId xmlns:a16="http://schemas.microsoft.com/office/drawing/2014/main" id="{FFB5B9F1-855D-0F4E-9B3F-7673FC2397AE}"/>
              </a:ext>
            </a:extLst>
          </p:cNvPr>
          <p:cNvSpPr/>
          <p:nvPr userDrawn="1"/>
        </p:nvSpPr>
        <p:spPr>
          <a:xfrm>
            <a:off x="-14862" y="5324290"/>
            <a:ext cx="3338805" cy="480289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直角三角形 22">
            <a:extLst>
              <a:ext uri="{FF2B5EF4-FFF2-40B4-BE49-F238E27FC236}">
                <a16:creationId xmlns:a16="http://schemas.microsoft.com/office/drawing/2014/main" id="{39BE0BA1-4359-8948-8DC1-9A952D7B73E7}"/>
              </a:ext>
            </a:extLst>
          </p:cNvPr>
          <p:cNvSpPr/>
          <p:nvPr userDrawn="1"/>
        </p:nvSpPr>
        <p:spPr>
          <a:xfrm rot="10800000">
            <a:off x="2963695" y="4102745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直角三角形 5">
            <a:extLst>
              <a:ext uri="{FF2B5EF4-FFF2-40B4-BE49-F238E27FC236}">
                <a16:creationId xmlns:a16="http://schemas.microsoft.com/office/drawing/2014/main" id="{49962D9A-A494-DF4F-8D4D-352F83FAAEF8}"/>
              </a:ext>
            </a:extLst>
          </p:cNvPr>
          <p:cNvSpPr/>
          <p:nvPr userDrawn="1"/>
        </p:nvSpPr>
        <p:spPr>
          <a:xfrm rot="10800000">
            <a:off x="2963694" y="4102745"/>
            <a:ext cx="2300268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" name="直角三角形 9">
            <a:extLst>
              <a:ext uri="{FF2B5EF4-FFF2-40B4-BE49-F238E27FC236}">
                <a16:creationId xmlns:a16="http://schemas.microsoft.com/office/drawing/2014/main" id="{B729E014-8A15-584E-9DB7-FEFCBE552B98}"/>
              </a:ext>
            </a:extLst>
          </p:cNvPr>
          <p:cNvSpPr/>
          <p:nvPr userDrawn="1"/>
        </p:nvSpPr>
        <p:spPr>
          <a:xfrm rot="10800000">
            <a:off x="4903714" y="2881197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正方形/長方形 12">
            <a:extLst>
              <a:ext uri="{FF2B5EF4-FFF2-40B4-BE49-F238E27FC236}">
                <a16:creationId xmlns:a16="http://schemas.microsoft.com/office/drawing/2014/main" id="{B6FF6C05-DE69-0B4D-B74A-4BCC8C70583C}"/>
              </a:ext>
            </a:extLst>
          </p:cNvPr>
          <p:cNvSpPr/>
          <p:nvPr userDrawn="1"/>
        </p:nvSpPr>
        <p:spPr>
          <a:xfrm>
            <a:off x="4903713" y="2881201"/>
            <a:ext cx="2300268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直角三角形 13">
            <a:extLst>
              <a:ext uri="{FF2B5EF4-FFF2-40B4-BE49-F238E27FC236}">
                <a16:creationId xmlns:a16="http://schemas.microsoft.com/office/drawing/2014/main" id="{7F2B412A-8503-C644-952F-0A581376A920}"/>
              </a:ext>
            </a:extLst>
          </p:cNvPr>
          <p:cNvSpPr/>
          <p:nvPr userDrawn="1"/>
        </p:nvSpPr>
        <p:spPr>
          <a:xfrm rot="10800000">
            <a:off x="6843733" y="1659653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正方形/長方形 16">
            <a:extLst>
              <a:ext uri="{FF2B5EF4-FFF2-40B4-BE49-F238E27FC236}">
                <a16:creationId xmlns:a16="http://schemas.microsoft.com/office/drawing/2014/main" id="{D75EC74C-4A53-704A-8CC6-9ED2B0B39915}"/>
              </a:ext>
            </a:extLst>
          </p:cNvPr>
          <p:cNvSpPr/>
          <p:nvPr userDrawn="1"/>
        </p:nvSpPr>
        <p:spPr>
          <a:xfrm>
            <a:off x="6843738" y="1659657"/>
            <a:ext cx="2300267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4B26B12C-44FD-7046-A400-0A58B07E35B6}"/>
              </a:ext>
            </a:extLst>
          </p:cNvPr>
          <p:cNvSpPr txBox="1"/>
          <p:nvPr userDrawn="1"/>
        </p:nvSpPr>
        <p:spPr>
          <a:xfrm>
            <a:off x="5383867" y="3361492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chemeClr val="bg1">
                    <a:lumMod val="50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dirty="0">
              <a:solidFill>
                <a:schemeClr val="bg1">
                  <a:lumMod val="50000"/>
                </a:schemeClr>
              </a:solidFill>
              <a:latin typeface="+mj-lt"/>
              <a:cs typeface="Open Sans Light" panose="020B0306030504020204" pitchFamily="34" charset="0"/>
            </a:endParaRPr>
          </a:p>
        </p:txBody>
      </p:sp>
      <p:sp>
        <p:nvSpPr>
          <p:cNvPr id="11" name="テキスト ボックス 21">
            <a:extLst>
              <a:ext uri="{FF2B5EF4-FFF2-40B4-BE49-F238E27FC236}">
                <a16:creationId xmlns:a16="http://schemas.microsoft.com/office/drawing/2014/main" id="{19E6F3A4-6D4F-F041-8924-3CC8D9645043}"/>
              </a:ext>
            </a:extLst>
          </p:cNvPr>
          <p:cNvSpPr txBox="1"/>
          <p:nvPr userDrawn="1"/>
        </p:nvSpPr>
        <p:spPr>
          <a:xfrm>
            <a:off x="7324205" y="2139948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rgbClr val="003798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dirty="0">
              <a:solidFill>
                <a:srgbClr val="003798"/>
              </a:solidFill>
              <a:latin typeface="+mj-lt"/>
              <a:cs typeface="Open Sans Light" panose="020B0306030504020204" pitchFamily="34" charset="0"/>
            </a:endParaRPr>
          </a:p>
        </p:txBody>
      </p:sp>
      <p:sp>
        <p:nvSpPr>
          <p:cNvPr id="12" name="直角三角形 26">
            <a:extLst>
              <a:ext uri="{FF2B5EF4-FFF2-40B4-BE49-F238E27FC236}">
                <a16:creationId xmlns:a16="http://schemas.microsoft.com/office/drawing/2014/main" id="{ED87BCC6-E44A-474C-81C1-C24829D1F3E6}"/>
              </a:ext>
            </a:extLst>
          </p:cNvPr>
          <p:cNvSpPr/>
          <p:nvPr userDrawn="1"/>
        </p:nvSpPr>
        <p:spPr>
          <a:xfrm>
            <a:off x="4560913" y="4102745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3" name="直角三角形 26">
            <a:extLst>
              <a:ext uri="{FF2B5EF4-FFF2-40B4-BE49-F238E27FC236}">
                <a16:creationId xmlns:a16="http://schemas.microsoft.com/office/drawing/2014/main" id="{629C163E-AD7A-7449-B712-C50D088BDBF1}"/>
              </a:ext>
            </a:extLst>
          </p:cNvPr>
          <p:cNvSpPr/>
          <p:nvPr userDrawn="1"/>
        </p:nvSpPr>
        <p:spPr>
          <a:xfrm>
            <a:off x="2612437" y="5324290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4" name="直角三角形 26">
            <a:extLst>
              <a:ext uri="{FF2B5EF4-FFF2-40B4-BE49-F238E27FC236}">
                <a16:creationId xmlns:a16="http://schemas.microsoft.com/office/drawing/2014/main" id="{B4C65D48-27BA-E24D-87C6-60CB3B366B38}"/>
              </a:ext>
            </a:extLst>
          </p:cNvPr>
          <p:cNvSpPr/>
          <p:nvPr userDrawn="1"/>
        </p:nvSpPr>
        <p:spPr>
          <a:xfrm>
            <a:off x="6501367" y="2878157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07AF1255-DB31-A143-9617-373FE3BB1B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6900" y="3894177"/>
            <a:ext cx="2425833" cy="594000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E079E600-EA94-4345-B87A-C1A06B05BC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76" y="4669471"/>
            <a:ext cx="2457324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正方形/長方形 35">
            <a:extLst>
              <a:ext uri="{FF2B5EF4-FFF2-40B4-BE49-F238E27FC236}">
                <a16:creationId xmlns:a16="http://schemas.microsoft.com/office/drawing/2014/main" id="{8E94E71B-626A-BA43-9A3B-3D0C23FFB6EF}"/>
              </a:ext>
            </a:extLst>
          </p:cNvPr>
          <p:cNvSpPr/>
          <p:nvPr userDrawn="1"/>
        </p:nvSpPr>
        <p:spPr>
          <a:xfrm>
            <a:off x="1188466" y="4552224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8" name="テキスト プレースホルダー 6">
            <a:extLst>
              <a:ext uri="{FF2B5EF4-FFF2-40B4-BE49-F238E27FC236}">
                <a16:creationId xmlns:a16="http://schemas.microsoft.com/office/drawing/2014/main" id="{8EC866BD-9A75-8C49-A4F6-5F5DB1A095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1307" y="2654811"/>
            <a:ext cx="2425833" cy="594000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B0C54831-4CF0-D541-85D9-7536A926BF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63169" y="3452327"/>
            <a:ext cx="1807336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0" name="正方形/長方形 40">
            <a:extLst>
              <a:ext uri="{FF2B5EF4-FFF2-40B4-BE49-F238E27FC236}">
                <a16:creationId xmlns:a16="http://schemas.microsoft.com/office/drawing/2014/main" id="{BD212DBA-36B4-F14F-8949-F82F47D8C8CF}"/>
              </a:ext>
            </a:extLst>
          </p:cNvPr>
          <p:cNvSpPr/>
          <p:nvPr userDrawn="1"/>
        </p:nvSpPr>
        <p:spPr>
          <a:xfrm>
            <a:off x="3142873" y="3335080"/>
            <a:ext cx="1620321" cy="480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C13D97C8-605D-2D4B-95E6-BEA4DE84F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82816" y="1441268"/>
            <a:ext cx="2425833" cy="594000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 i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371F4B25-BED3-2D4F-880A-8D8D76C97B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07659" y="2226383"/>
            <a:ext cx="1804355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正方形/長方形 43">
            <a:extLst>
              <a:ext uri="{FF2B5EF4-FFF2-40B4-BE49-F238E27FC236}">
                <a16:creationId xmlns:a16="http://schemas.microsoft.com/office/drawing/2014/main" id="{D1ADB84C-8E42-0F42-9D62-4BD866D7412B}"/>
              </a:ext>
            </a:extLst>
          </p:cNvPr>
          <p:cNvSpPr/>
          <p:nvPr userDrawn="1"/>
        </p:nvSpPr>
        <p:spPr>
          <a:xfrm>
            <a:off x="5084382" y="2109136"/>
            <a:ext cx="1620321" cy="480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4" name="テキスト ボックス 20">
            <a:extLst>
              <a:ext uri="{FF2B5EF4-FFF2-40B4-BE49-F238E27FC236}">
                <a16:creationId xmlns:a16="http://schemas.microsoft.com/office/drawing/2014/main" id="{92755B12-2DD5-324C-939B-62250D652EF4}"/>
              </a:ext>
            </a:extLst>
          </p:cNvPr>
          <p:cNvSpPr txBox="1"/>
          <p:nvPr userDrawn="1"/>
        </p:nvSpPr>
        <p:spPr>
          <a:xfrm>
            <a:off x="3363998" y="4598890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rgbClr val="003798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dirty="0">
              <a:solidFill>
                <a:srgbClr val="003798"/>
              </a:solidFill>
              <a:latin typeface="+mj-lt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050382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6D2FA-F0A3-FB4B-BC32-49377C7E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227A5829-195B-3444-8DAD-50ED4B70E4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2819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" name="正方形/長方形 29">
            <a:extLst>
              <a:ext uri="{FF2B5EF4-FFF2-40B4-BE49-F238E27FC236}">
                <a16:creationId xmlns:a16="http://schemas.microsoft.com/office/drawing/2014/main" id="{41F4B990-E75E-F943-8EEB-19578E1D1ABC}"/>
              </a:ext>
            </a:extLst>
          </p:cNvPr>
          <p:cNvSpPr/>
          <p:nvPr userDrawn="1"/>
        </p:nvSpPr>
        <p:spPr>
          <a:xfrm>
            <a:off x="1062487" y="24860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18D42953-49C7-944B-ACF4-C0FCDE2529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49056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正方形/長方形 43">
            <a:extLst>
              <a:ext uri="{FF2B5EF4-FFF2-40B4-BE49-F238E27FC236}">
                <a16:creationId xmlns:a16="http://schemas.microsoft.com/office/drawing/2014/main" id="{DAAC69A9-586C-0046-ACBD-457B25F8E56C}"/>
              </a:ext>
            </a:extLst>
          </p:cNvPr>
          <p:cNvSpPr/>
          <p:nvPr userDrawn="1"/>
        </p:nvSpPr>
        <p:spPr>
          <a:xfrm>
            <a:off x="3935543" y="24860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4AEEEE24-1D88-7B49-BE9A-76E6C9DBCF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9184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正方形/長方形 48">
            <a:extLst>
              <a:ext uri="{FF2B5EF4-FFF2-40B4-BE49-F238E27FC236}">
                <a16:creationId xmlns:a16="http://schemas.microsoft.com/office/drawing/2014/main" id="{B8A0B8A2-5BB0-A648-B1F9-7F474197F1ED}"/>
              </a:ext>
            </a:extLst>
          </p:cNvPr>
          <p:cNvSpPr/>
          <p:nvPr userDrawn="1"/>
        </p:nvSpPr>
        <p:spPr>
          <a:xfrm>
            <a:off x="6806002" y="24860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EDEEE867-EA92-E14F-ADC4-5C283140AD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8221" y="4044727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3A31D8D3-8674-D645-92AA-126FD3CEE5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1468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正方形/長方形 53">
            <a:extLst>
              <a:ext uri="{FF2B5EF4-FFF2-40B4-BE49-F238E27FC236}">
                <a16:creationId xmlns:a16="http://schemas.microsoft.com/office/drawing/2014/main" id="{4E0C327C-E027-AD44-AE7A-91D394C42CF4}"/>
              </a:ext>
            </a:extLst>
          </p:cNvPr>
          <p:cNvSpPr/>
          <p:nvPr userDrawn="1"/>
        </p:nvSpPr>
        <p:spPr>
          <a:xfrm>
            <a:off x="1068419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6" name="テキスト プレースホルダー 6">
            <a:extLst>
              <a:ext uri="{FF2B5EF4-FFF2-40B4-BE49-F238E27FC236}">
                <a16:creationId xmlns:a16="http://schemas.microsoft.com/office/drawing/2014/main" id="{7192F7B5-A898-0F42-89C2-F0E8213EAF0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58268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7" name="正方形/長方形 58">
            <a:extLst>
              <a:ext uri="{FF2B5EF4-FFF2-40B4-BE49-F238E27FC236}">
                <a16:creationId xmlns:a16="http://schemas.microsoft.com/office/drawing/2014/main" id="{09E6AA12-FB96-BB4C-B2EE-04EA5298E472}"/>
              </a:ext>
            </a:extLst>
          </p:cNvPr>
          <p:cNvSpPr/>
          <p:nvPr userDrawn="1"/>
        </p:nvSpPr>
        <p:spPr>
          <a:xfrm>
            <a:off x="3941474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1" name="テキスト プレースホルダー 6">
            <a:extLst>
              <a:ext uri="{FF2B5EF4-FFF2-40B4-BE49-F238E27FC236}">
                <a16:creationId xmlns:a16="http://schemas.microsoft.com/office/drawing/2014/main" id="{39C07F6E-8045-A747-8D0A-AAF5FCB883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29707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2" name="正方形/長方形 63">
            <a:extLst>
              <a:ext uri="{FF2B5EF4-FFF2-40B4-BE49-F238E27FC236}">
                <a16:creationId xmlns:a16="http://schemas.microsoft.com/office/drawing/2014/main" id="{8FE7743A-CB83-194E-81CC-429681F05F9D}"/>
              </a:ext>
            </a:extLst>
          </p:cNvPr>
          <p:cNvSpPr/>
          <p:nvPr userDrawn="1"/>
        </p:nvSpPr>
        <p:spPr>
          <a:xfrm>
            <a:off x="6811934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9" name="円/楕円 7">
            <a:extLst>
              <a:ext uri="{FF2B5EF4-FFF2-40B4-BE49-F238E27FC236}">
                <a16:creationId xmlns:a16="http://schemas.microsoft.com/office/drawing/2014/main" id="{4AAD20C4-48E4-A149-8DF0-A348CA8BDF5D}"/>
              </a:ext>
            </a:extLst>
          </p:cNvPr>
          <p:cNvSpPr/>
          <p:nvPr userDrawn="1"/>
        </p:nvSpPr>
        <p:spPr>
          <a:xfrm>
            <a:off x="383111" y="1875687"/>
            <a:ext cx="576000" cy="576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1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40" name="円/楕円 7">
            <a:extLst>
              <a:ext uri="{FF2B5EF4-FFF2-40B4-BE49-F238E27FC236}">
                <a16:creationId xmlns:a16="http://schemas.microsoft.com/office/drawing/2014/main" id="{3897689A-5424-904C-8629-AD920242A260}"/>
              </a:ext>
            </a:extLst>
          </p:cNvPr>
          <p:cNvSpPr/>
          <p:nvPr userDrawn="1"/>
        </p:nvSpPr>
        <p:spPr>
          <a:xfrm>
            <a:off x="3232637" y="1875687"/>
            <a:ext cx="576000" cy="576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2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41" name="円/楕円 7">
            <a:extLst>
              <a:ext uri="{FF2B5EF4-FFF2-40B4-BE49-F238E27FC236}">
                <a16:creationId xmlns:a16="http://schemas.microsoft.com/office/drawing/2014/main" id="{53366692-42FF-F246-97FB-998F05C0CA5E}"/>
              </a:ext>
            </a:extLst>
          </p:cNvPr>
          <p:cNvSpPr/>
          <p:nvPr userDrawn="1"/>
        </p:nvSpPr>
        <p:spPr>
          <a:xfrm>
            <a:off x="6114060" y="1875687"/>
            <a:ext cx="576000" cy="576000"/>
          </a:xfrm>
          <a:prstGeom prst="ellipse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3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42" name="円/楕円 7">
            <a:extLst>
              <a:ext uri="{FF2B5EF4-FFF2-40B4-BE49-F238E27FC236}">
                <a16:creationId xmlns:a16="http://schemas.microsoft.com/office/drawing/2014/main" id="{F13CDEB7-2A5D-D047-A331-4CDEFF1E8C90}"/>
              </a:ext>
            </a:extLst>
          </p:cNvPr>
          <p:cNvSpPr/>
          <p:nvPr userDrawn="1"/>
        </p:nvSpPr>
        <p:spPr>
          <a:xfrm>
            <a:off x="383111" y="4044728"/>
            <a:ext cx="576000" cy="57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4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43" name="円/楕円 7">
            <a:extLst>
              <a:ext uri="{FF2B5EF4-FFF2-40B4-BE49-F238E27FC236}">
                <a16:creationId xmlns:a16="http://schemas.microsoft.com/office/drawing/2014/main" id="{3C444B4A-F7FB-DB40-9BC9-5CCFF6F296FE}"/>
              </a:ext>
            </a:extLst>
          </p:cNvPr>
          <p:cNvSpPr/>
          <p:nvPr userDrawn="1"/>
        </p:nvSpPr>
        <p:spPr>
          <a:xfrm>
            <a:off x="3232637" y="4044728"/>
            <a:ext cx="576000" cy="57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5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44" name="円/楕円 7">
            <a:extLst>
              <a:ext uri="{FF2B5EF4-FFF2-40B4-BE49-F238E27FC236}">
                <a16:creationId xmlns:a16="http://schemas.microsoft.com/office/drawing/2014/main" id="{981050B0-58A2-214B-A8B5-77705D070B24}"/>
              </a:ext>
            </a:extLst>
          </p:cNvPr>
          <p:cNvSpPr/>
          <p:nvPr userDrawn="1"/>
        </p:nvSpPr>
        <p:spPr>
          <a:xfrm>
            <a:off x="6114060" y="4044728"/>
            <a:ext cx="576000" cy="57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latin typeface="+mj-lt"/>
              </a:rPr>
              <a:t>6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29" name="テキスト プレースホルダー 6">
            <a:extLst>
              <a:ext uri="{FF2B5EF4-FFF2-40B4-BE49-F238E27FC236}">
                <a16:creationId xmlns:a16="http://schemas.microsoft.com/office/drawing/2014/main" id="{FF69838D-12E8-0745-BBF9-36453F1ECE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939168" y="4044727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4" name="テキスト プレースホルダー 6">
            <a:extLst>
              <a:ext uri="{FF2B5EF4-FFF2-40B4-BE49-F238E27FC236}">
                <a16:creationId xmlns:a16="http://schemas.microsoft.com/office/drawing/2014/main" id="{6C78CB08-6C45-8E45-81E3-75396CD2E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10115" y="4044727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8" name="テキスト プレースホルダー 6">
            <a:extLst>
              <a:ext uri="{FF2B5EF4-FFF2-40B4-BE49-F238E27FC236}">
                <a16:creationId xmlns:a16="http://schemas.microsoft.com/office/drawing/2014/main" id="{89B34EF4-2596-EA48-BB98-7B98AD9A3F4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221" y="1892930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5" name="テキスト プレースホルダー 6">
            <a:extLst>
              <a:ext uri="{FF2B5EF4-FFF2-40B4-BE49-F238E27FC236}">
                <a16:creationId xmlns:a16="http://schemas.microsoft.com/office/drawing/2014/main" id="{3C0B09E5-734F-3643-AD93-6A7AFDB7E8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939168" y="1886472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6" name="テキスト プレースホルダー 6">
            <a:extLst>
              <a:ext uri="{FF2B5EF4-FFF2-40B4-BE49-F238E27FC236}">
                <a16:creationId xmlns:a16="http://schemas.microsoft.com/office/drawing/2014/main" id="{7A60491C-BCD1-2744-B555-A4A3EA24170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0115" y="1886472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7837659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7A86B-FE7A-334B-B50D-202C1066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93173AF-6A6E-7046-BD12-F73FF0A3FB61}"/>
              </a:ext>
            </a:extLst>
          </p:cNvPr>
          <p:cNvGrpSpPr/>
          <p:nvPr userDrawn="1"/>
        </p:nvGrpSpPr>
        <p:grpSpPr>
          <a:xfrm>
            <a:off x="204754" y="2025789"/>
            <a:ext cx="2160000" cy="2160000"/>
            <a:chOff x="1216700" y="1364629"/>
            <a:chExt cx="1551635" cy="1526100"/>
          </a:xfrm>
        </p:grpSpPr>
        <p:sp>
          <p:nvSpPr>
            <p:cNvPr id="5" name="円/楕円 55">
              <a:extLst>
                <a:ext uri="{FF2B5EF4-FFF2-40B4-BE49-F238E27FC236}">
                  <a16:creationId xmlns:a16="http://schemas.microsoft.com/office/drawing/2014/main" id="{C3F6DDCB-E2A9-E941-B6CA-AF42D43A424B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8" name="円/楕円 51">
              <a:extLst>
                <a:ext uri="{FF2B5EF4-FFF2-40B4-BE49-F238E27FC236}">
                  <a16:creationId xmlns:a16="http://schemas.microsoft.com/office/drawing/2014/main" id="{EA95BC0E-B108-DC4E-8600-4C6DE29092BE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11" name="円/楕円 18">
              <a:extLst>
                <a:ext uri="{FF2B5EF4-FFF2-40B4-BE49-F238E27FC236}">
                  <a16:creationId xmlns:a16="http://schemas.microsoft.com/office/drawing/2014/main" id="{2171232A-81CB-F046-AE11-175D6448ACA3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12" name="テキスト プレースホルダー 6">
            <a:extLst>
              <a:ext uri="{FF2B5EF4-FFF2-40B4-BE49-F238E27FC236}">
                <a16:creationId xmlns:a16="http://schemas.microsoft.com/office/drawing/2014/main" id="{A62F653C-1620-684D-A726-97D5223318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562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E34C1833-8205-E149-8E73-F333DC6333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75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正方形/長方形 28">
            <a:extLst>
              <a:ext uri="{FF2B5EF4-FFF2-40B4-BE49-F238E27FC236}">
                <a16:creationId xmlns:a16="http://schemas.microsoft.com/office/drawing/2014/main" id="{7B6A2E1D-4775-D24E-8B62-144E31375CE7}"/>
              </a:ext>
            </a:extLst>
          </p:cNvPr>
          <p:cNvSpPr/>
          <p:nvPr userDrawn="1"/>
        </p:nvSpPr>
        <p:spPr>
          <a:xfrm>
            <a:off x="510627" y="49557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034D666-3B76-0B45-A044-2FE4EE54C88E}"/>
              </a:ext>
            </a:extLst>
          </p:cNvPr>
          <p:cNvGrpSpPr/>
          <p:nvPr userDrawn="1"/>
        </p:nvGrpSpPr>
        <p:grpSpPr>
          <a:xfrm>
            <a:off x="2354499" y="2025789"/>
            <a:ext cx="2160000" cy="2160000"/>
            <a:chOff x="1216700" y="1364629"/>
            <a:chExt cx="1551635" cy="1526100"/>
          </a:xfrm>
        </p:grpSpPr>
        <p:sp>
          <p:nvSpPr>
            <p:cNvPr id="31" name="円/楕円 55">
              <a:extLst>
                <a:ext uri="{FF2B5EF4-FFF2-40B4-BE49-F238E27FC236}">
                  <a16:creationId xmlns:a16="http://schemas.microsoft.com/office/drawing/2014/main" id="{7E9FF0E8-7A58-5444-B39C-E64C76FBAD73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32" name="円/楕円 51">
              <a:extLst>
                <a:ext uri="{FF2B5EF4-FFF2-40B4-BE49-F238E27FC236}">
                  <a16:creationId xmlns:a16="http://schemas.microsoft.com/office/drawing/2014/main" id="{8F37008E-746F-AA46-8495-2B5778AE29B1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33" name="円/楕円 18">
              <a:extLst>
                <a:ext uri="{FF2B5EF4-FFF2-40B4-BE49-F238E27FC236}">
                  <a16:creationId xmlns:a16="http://schemas.microsoft.com/office/drawing/2014/main" id="{C664EA1D-8246-874A-8C19-5BC7E1D95080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34" name="テキスト プレースホルダー 6">
            <a:extLst>
              <a:ext uri="{FF2B5EF4-FFF2-40B4-BE49-F238E27FC236}">
                <a16:creationId xmlns:a16="http://schemas.microsoft.com/office/drawing/2014/main" id="{4FA606FF-7340-8047-92D7-A30DF49892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11305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5" name="テキスト プレースホルダー 6">
            <a:extLst>
              <a:ext uri="{FF2B5EF4-FFF2-40B4-BE49-F238E27FC236}">
                <a16:creationId xmlns:a16="http://schemas.microsoft.com/office/drawing/2014/main" id="{4A2C26AA-11C2-9F40-B974-DD468417D9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08518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28">
            <a:extLst>
              <a:ext uri="{FF2B5EF4-FFF2-40B4-BE49-F238E27FC236}">
                <a16:creationId xmlns:a16="http://schemas.microsoft.com/office/drawing/2014/main" id="{F3CB7F27-4623-1346-AA3C-774F83700A75}"/>
              </a:ext>
            </a:extLst>
          </p:cNvPr>
          <p:cNvSpPr/>
          <p:nvPr userDrawn="1"/>
        </p:nvSpPr>
        <p:spPr>
          <a:xfrm>
            <a:off x="2660370" y="49557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17AAC8D-5B14-604A-BF65-D436CCA0EE48}"/>
              </a:ext>
            </a:extLst>
          </p:cNvPr>
          <p:cNvGrpSpPr/>
          <p:nvPr userDrawn="1"/>
        </p:nvGrpSpPr>
        <p:grpSpPr>
          <a:xfrm>
            <a:off x="4525296" y="2025789"/>
            <a:ext cx="2160000" cy="2160000"/>
            <a:chOff x="1216700" y="1364629"/>
            <a:chExt cx="1551635" cy="1526100"/>
          </a:xfrm>
        </p:grpSpPr>
        <p:sp>
          <p:nvSpPr>
            <p:cNvPr id="39" name="円/楕円 55">
              <a:extLst>
                <a:ext uri="{FF2B5EF4-FFF2-40B4-BE49-F238E27FC236}">
                  <a16:creationId xmlns:a16="http://schemas.microsoft.com/office/drawing/2014/main" id="{CB50834C-D586-8D4A-90E9-1A8B2D114874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0" name="円/楕円 51">
              <a:extLst>
                <a:ext uri="{FF2B5EF4-FFF2-40B4-BE49-F238E27FC236}">
                  <a16:creationId xmlns:a16="http://schemas.microsoft.com/office/drawing/2014/main" id="{7C7134FB-4436-0C46-AC49-A476D5D65940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1" name="円/楕円 18">
              <a:extLst>
                <a:ext uri="{FF2B5EF4-FFF2-40B4-BE49-F238E27FC236}">
                  <a16:creationId xmlns:a16="http://schemas.microsoft.com/office/drawing/2014/main" id="{65E4F652-AD99-4A4D-BA1D-EB89C210FA57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42" name="テキスト プレースホルダー 6">
            <a:extLst>
              <a:ext uri="{FF2B5EF4-FFF2-40B4-BE49-F238E27FC236}">
                <a16:creationId xmlns:a16="http://schemas.microsoft.com/office/drawing/2014/main" id="{6144ED4C-39DF-6344-81CD-A96B4EA2CC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82102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3" name="テキスト プレースホルダー 6">
            <a:extLst>
              <a:ext uri="{FF2B5EF4-FFF2-40B4-BE49-F238E27FC236}">
                <a16:creationId xmlns:a16="http://schemas.microsoft.com/office/drawing/2014/main" id="{4CB976EF-FDC0-EC4A-BBD6-663943EE9A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79315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28">
            <a:extLst>
              <a:ext uri="{FF2B5EF4-FFF2-40B4-BE49-F238E27FC236}">
                <a16:creationId xmlns:a16="http://schemas.microsoft.com/office/drawing/2014/main" id="{558F23F3-B9F6-1E47-9C44-6899445C511B}"/>
              </a:ext>
            </a:extLst>
          </p:cNvPr>
          <p:cNvSpPr/>
          <p:nvPr userDrawn="1"/>
        </p:nvSpPr>
        <p:spPr>
          <a:xfrm>
            <a:off x="4831167" y="49557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AC177907-65D8-D842-B372-632D8BA42C80}"/>
              </a:ext>
            </a:extLst>
          </p:cNvPr>
          <p:cNvGrpSpPr/>
          <p:nvPr userDrawn="1"/>
        </p:nvGrpSpPr>
        <p:grpSpPr>
          <a:xfrm>
            <a:off x="6673065" y="2025789"/>
            <a:ext cx="2160000" cy="2160000"/>
            <a:chOff x="1216700" y="1364629"/>
            <a:chExt cx="1551635" cy="1526100"/>
          </a:xfrm>
        </p:grpSpPr>
        <p:sp>
          <p:nvSpPr>
            <p:cNvPr id="47" name="円/楕円 55">
              <a:extLst>
                <a:ext uri="{FF2B5EF4-FFF2-40B4-BE49-F238E27FC236}">
                  <a16:creationId xmlns:a16="http://schemas.microsoft.com/office/drawing/2014/main" id="{6ED5E23C-D01D-5A4C-870B-FD57A764C964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8" name="円/楕円 51">
              <a:extLst>
                <a:ext uri="{FF2B5EF4-FFF2-40B4-BE49-F238E27FC236}">
                  <a16:creationId xmlns:a16="http://schemas.microsoft.com/office/drawing/2014/main" id="{2D7E9EF2-D017-3D4E-89B8-0F026D15790A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9" name="円/楕円 18">
              <a:extLst>
                <a:ext uri="{FF2B5EF4-FFF2-40B4-BE49-F238E27FC236}">
                  <a16:creationId xmlns:a16="http://schemas.microsoft.com/office/drawing/2014/main" id="{8D773800-83CA-0B41-BD83-D91AFF05FEFB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rgbClr val="003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50" name="テキスト プレースホルダー 6">
            <a:extLst>
              <a:ext uri="{FF2B5EF4-FFF2-40B4-BE49-F238E27FC236}">
                <a16:creationId xmlns:a16="http://schemas.microsoft.com/office/drawing/2014/main" id="{9908A72D-6CA2-534E-A7F9-734E1111B7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29874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1" name="テキスト プレースホルダー 6">
            <a:extLst>
              <a:ext uri="{FF2B5EF4-FFF2-40B4-BE49-F238E27FC236}">
                <a16:creationId xmlns:a16="http://schemas.microsoft.com/office/drawing/2014/main" id="{8D7CC7CF-C663-A045-A274-4B070E52C5E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27087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正方形/長方形 28">
            <a:extLst>
              <a:ext uri="{FF2B5EF4-FFF2-40B4-BE49-F238E27FC236}">
                <a16:creationId xmlns:a16="http://schemas.microsoft.com/office/drawing/2014/main" id="{83945007-F3A9-D74B-B532-73A07148DF1D}"/>
              </a:ext>
            </a:extLst>
          </p:cNvPr>
          <p:cNvSpPr/>
          <p:nvPr userDrawn="1"/>
        </p:nvSpPr>
        <p:spPr>
          <a:xfrm>
            <a:off x="6978939" y="49557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4" name="テキスト プレースホルダー 6">
            <a:extLst>
              <a:ext uri="{FF2B5EF4-FFF2-40B4-BE49-F238E27FC236}">
                <a16:creationId xmlns:a16="http://schemas.microsoft.com/office/drawing/2014/main" id="{7760B211-AF67-E74E-8416-1D9A0B33D8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628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5" name="テキスト プレースホルダー 6">
            <a:extLst>
              <a:ext uri="{FF2B5EF4-FFF2-40B4-BE49-F238E27FC236}">
                <a16:creationId xmlns:a16="http://schemas.microsoft.com/office/drawing/2014/main" id="{FD05C1E0-BCCD-8640-ADC5-52CCCB34E9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67881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6" name="テキスト プレースホルダー 6">
            <a:extLst>
              <a:ext uri="{FF2B5EF4-FFF2-40B4-BE49-F238E27FC236}">
                <a16:creationId xmlns:a16="http://schemas.microsoft.com/office/drawing/2014/main" id="{A7340693-DBB2-E640-9EEC-133DCBD8DE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39589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7" name="テキスト プレースホルダー 6">
            <a:extLst>
              <a:ext uri="{FF2B5EF4-FFF2-40B4-BE49-F238E27FC236}">
                <a16:creationId xmlns:a16="http://schemas.microsoft.com/office/drawing/2014/main" id="{59363F13-D916-4B48-95D1-81069008BD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7842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9094143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AC576-5E81-D94F-892D-338E4287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ドーナツ 8">
            <a:extLst>
              <a:ext uri="{FF2B5EF4-FFF2-40B4-BE49-F238E27FC236}">
                <a16:creationId xmlns:a16="http://schemas.microsoft.com/office/drawing/2014/main" id="{160BAA68-899D-DD48-AA0C-13D479C59EE6}"/>
              </a:ext>
            </a:extLst>
          </p:cNvPr>
          <p:cNvSpPr/>
          <p:nvPr userDrawn="1"/>
        </p:nvSpPr>
        <p:spPr>
          <a:xfrm>
            <a:off x="3142878" y="2203085"/>
            <a:ext cx="2880000" cy="2880000"/>
          </a:xfrm>
          <a:prstGeom prst="donut">
            <a:avLst>
              <a:gd name="adj" fmla="val 8728"/>
            </a:avLst>
          </a:prstGeom>
          <a:solidFill>
            <a:srgbClr val="D6D6D6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テキスト プレースホルダー 11">
            <a:extLst>
              <a:ext uri="{FF2B5EF4-FFF2-40B4-BE49-F238E27FC236}">
                <a16:creationId xmlns:a16="http://schemas.microsoft.com/office/drawing/2014/main" id="{BCE3D1C2-0D2F-504D-AD2C-219F04EEA6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2229" y="2468359"/>
            <a:ext cx="2556277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AC314AD7-80EB-C64C-8B13-948C073A46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2229" y="1851332"/>
            <a:ext cx="2556277" cy="515469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0" name="テキスト プレースホルダー 11">
            <a:extLst>
              <a:ext uri="{FF2B5EF4-FFF2-40B4-BE49-F238E27FC236}">
                <a16:creationId xmlns:a16="http://schemas.microsoft.com/office/drawing/2014/main" id="{6E085B02-2776-6E41-BF3B-29D299BD7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229" y="4658603"/>
            <a:ext cx="2556277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34B6F109-AFE3-D14D-AF7D-86D9DFF2DB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2229" y="4041576"/>
            <a:ext cx="2556277" cy="515469"/>
          </a:xfrm>
        </p:spPr>
        <p:txBody>
          <a:bodyPr anchor="b">
            <a:noAutofit/>
          </a:bodyPr>
          <a:lstStyle>
            <a:lvl1pPr marL="0" marR="0" indent="0" algn="l" defTabSz="121914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16A74"/>
              </a:buClr>
              <a:buSzPct val="70000"/>
              <a:buFont typeface="Arial" panose="020B0604020202020204" pitchFamily="34" charset="0"/>
              <a:buNone/>
              <a:tabLst/>
              <a:defRPr sz="1800" b="0" i="0" spc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8C57E573-1B14-384D-88D1-6201B5369C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9515" y="2477727"/>
            <a:ext cx="2474022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3" name="テキスト プレースホルダー 11">
            <a:extLst>
              <a:ext uri="{FF2B5EF4-FFF2-40B4-BE49-F238E27FC236}">
                <a16:creationId xmlns:a16="http://schemas.microsoft.com/office/drawing/2014/main" id="{A569970F-BBCC-0245-A34F-AB0BF0AA14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9515" y="1860700"/>
            <a:ext cx="2474022" cy="515469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1B658613-DC06-0345-9144-D42F48720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499" y="4667971"/>
            <a:ext cx="2463033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000" b="0" i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E219FC69-3898-5C43-815C-0D12B8F974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70499" y="4050940"/>
            <a:ext cx="2463033" cy="515469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0412A7C9-BDF8-584F-B339-4F6F446952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19292" y="2830606"/>
            <a:ext cx="2137923" cy="1628316"/>
          </a:xfrm>
        </p:spPr>
        <p:txBody>
          <a:bodyPr anchor="ctr">
            <a:no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2000" b="0" i="0" spc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17" name="円/楕円 22">
            <a:extLst>
              <a:ext uri="{FF2B5EF4-FFF2-40B4-BE49-F238E27FC236}">
                <a16:creationId xmlns:a16="http://schemas.microsoft.com/office/drawing/2014/main" id="{282E99B0-4AFF-D244-9AED-64B5025003A5}"/>
              </a:ext>
            </a:extLst>
          </p:cNvPr>
          <p:cNvSpPr/>
          <p:nvPr userDrawn="1"/>
        </p:nvSpPr>
        <p:spPr>
          <a:xfrm>
            <a:off x="5353032" y="2215290"/>
            <a:ext cx="720000" cy="720000"/>
          </a:xfrm>
          <a:prstGeom prst="ellipse">
            <a:avLst/>
          </a:prstGeom>
          <a:solidFill>
            <a:srgbClr val="003798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latin typeface="+mj-lt"/>
              </a:rPr>
              <a:t>2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19" name="円/楕円 24">
            <a:extLst>
              <a:ext uri="{FF2B5EF4-FFF2-40B4-BE49-F238E27FC236}">
                <a16:creationId xmlns:a16="http://schemas.microsoft.com/office/drawing/2014/main" id="{AA3FC2CC-70AE-324C-8856-8089567CE6F6}"/>
              </a:ext>
            </a:extLst>
          </p:cNvPr>
          <p:cNvSpPr/>
          <p:nvPr userDrawn="1"/>
        </p:nvSpPr>
        <p:spPr>
          <a:xfrm>
            <a:off x="5355193" y="4458922"/>
            <a:ext cx="720000" cy="720000"/>
          </a:xfrm>
          <a:prstGeom prst="ellipse">
            <a:avLst/>
          </a:prstGeom>
          <a:solidFill>
            <a:srgbClr val="003798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latin typeface="+mj-lt"/>
              </a:rPr>
              <a:t>4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21" name="円/楕円 26">
            <a:extLst>
              <a:ext uri="{FF2B5EF4-FFF2-40B4-BE49-F238E27FC236}">
                <a16:creationId xmlns:a16="http://schemas.microsoft.com/office/drawing/2014/main" id="{FB2DD628-9511-404B-863D-89B0627C7A68}"/>
              </a:ext>
            </a:extLst>
          </p:cNvPr>
          <p:cNvSpPr/>
          <p:nvPr userDrawn="1"/>
        </p:nvSpPr>
        <p:spPr>
          <a:xfrm>
            <a:off x="3107242" y="4458922"/>
            <a:ext cx="720000" cy="720000"/>
          </a:xfrm>
          <a:prstGeom prst="ellipse">
            <a:avLst/>
          </a:prstGeom>
          <a:solidFill>
            <a:srgbClr val="003798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latin typeface="+mj-lt"/>
              </a:rPr>
              <a:t>3</a:t>
            </a:r>
            <a:endParaRPr kumimoji="1" lang="ja-JP" altLang="en-US" sz="2667" b="0" i="0" dirty="0">
              <a:latin typeface="+mj-lt"/>
            </a:endParaRPr>
          </a:p>
        </p:txBody>
      </p:sp>
      <p:sp>
        <p:nvSpPr>
          <p:cNvPr id="23" name="円/楕円 28">
            <a:extLst>
              <a:ext uri="{FF2B5EF4-FFF2-40B4-BE49-F238E27FC236}">
                <a16:creationId xmlns:a16="http://schemas.microsoft.com/office/drawing/2014/main" id="{89AC6A9B-2D0F-A74B-942F-FB19032C5583}"/>
              </a:ext>
            </a:extLst>
          </p:cNvPr>
          <p:cNvSpPr/>
          <p:nvPr userDrawn="1"/>
        </p:nvSpPr>
        <p:spPr>
          <a:xfrm>
            <a:off x="3107242" y="2215290"/>
            <a:ext cx="720000" cy="720000"/>
          </a:xfrm>
          <a:prstGeom prst="ellipse">
            <a:avLst/>
          </a:prstGeom>
          <a:solidFill>
            <a:srgbClr val="003798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solidFill>
                  <a:schemeClr val="bg1"/>
                </a:solidFill>
                <a:latin typeface="+mj-lt"/>
              </a:rPr>
              <a:t>1</a:t>
            </a:r>
            <a:endParaRPr kumimoji="1" lang="ja-JP" altLang="en-US" sz="26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正方形/長方形 30">
            <a:extLst>
              <a:ext uri="{FF2B5EF4-FFF2-40B4-BE49-F238E27FC236}">
                <a16:creationId xmlns:a16="http://schemas.microsoft.com/office/drawing/2014/main" id="{4D0123D6-1E10-0E41-91B8-9EB63E92FE69}"/>
              </a:ext>
            </a:extLst>
          </p:cNvPr>
          <p:cNvSpPr/>
          <p:nvPr userDrawn="1"/>
        </p:nvSpPr>
        <p:spPr>
          <a:xfrm>
            <a:off x="6332226" y="2413576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6" name="正方形/長方形 31">
            <a:extLst>
              <a:ext uri="{FF2B5EF4-FFF2-40B4-BE49-F238E27FC236}">
                <a16:creationId xmlns:a16="http://schemas.microsoft.com/office/drawing/2014/main" id="{BA52A931-0A71-1C45-B436-A3DAD31651B4}"/>
              </a:ext>
            </a:extLst>
          </p:cNvPr>
          <p:cNvSpPr/>
          <p:nvPr userDrawn="1"/>
        </p:nvSpPr>
        <p:spPr>
          <a:xfrm>
            <a:off x="6332226" y="4592064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7" name="正方形/長方形 32">
            <a:extLst>
              <a:ext uri="{FF2B5EF4-FFF2-40B4-BE49-F238E27FC236}">
                <a16:creationId xmlns:a16="http://schemas.microsoft.com/office/drawing/2014/main" id="{E7D90FB4-9B0C-B046-B178-4FBFECA16DDA}"/>
              </a:ext>
            </a:extLst>
          </p:cNvPr>
          <p:cNvSpPr/>
          <p:nvPr userDrawn="1"/>
        </p:nvSpPr>
        <p:spPr>
          <a:xfrm>
            <a:off x="1221824" y="4606064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8" name="正方形/長方形 33">
            <a:extLst>
              <a:ext uri="{FF2B5EF4-FFF2-40B4-BE49-F238E27FC236}">
                <a16:creationId xmlns:a16="http://schemas.microsoft.com/office/drawing/2014/main" id="{B0E18133-1DA3-774E-A3C9-591626B98B75}"/>
              </a:ext>
            </a:extLst>
          </p:cNvPr>
          <p:cNvSpPr/>
          <p:nvPr userDrawn="1"/>
        </p:nvSpPr>
        <p:spPr>
          <a:xfrm>
            <a:off x="1221824" y="2408924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8599026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9F119-51C0-6240-90AA-D2E45A35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円/楕円 11">
            <a:extLst>
              <a:ext uri="{FF2B5EF4-FFF2-40B4-BE49-F238E27FC236}">
                <a16:creationId xmlns:a16="http://schemas.microsoft.com/office/drawing/2014/main" id="{D92053C0-77ED-2245-9E70-1BD582844273}"/>
              </a:ext>
            </a:extLst>
          </p:cNvPr>
          <p:cNvSpPr/>
          <p:nvPr userDrawn="1"/>
        </p:nvSpPr>
        <p:spPr>
          <a:xfrm>
            <a:off x="3088950" y="3787679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6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" name="円/楕円 12">
            <a:extLst>
              <a:ext uri="{FF2B5EF4-FFF2-40B4-BE49-F238E27FC236}">
                <a16:creationId xmlns:a16="http://schemas.microsoft.com/office/drawing/2014/main" id="{CD60214A-0072-0E46-808E-C6D219A94ED7}"/>
              </a:ext>
            </a:extLst>
          </p:cNvPr>
          <p:cNvSpPr/>
          <p:nvPr userDrawn="1"/>
        </p:nvSpPr>
        <p:spPr>
          <a:xfrm>
            <a:off x="5252138" y="2545589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3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5" name="円/楕円 13">
            <a:extLst>
              <a:ext uri="{FF2B5EF4-FFF2-40B4-BE49-F238E27FC236}">
                <a16:creationId xmlns:a16="http://schemas.microsoft.com/office/drawing/2014/main" id="{F3912434-F4A7-7749-A738-FBA6C13CFA0F}"/>
              </a:ext>
            </a:extLst>
          </p:cNvPr>
          <p:cNvSpPr/>
          <p:nvPr userDrawn="1"/>
        </p:nvSpPr>
        <p:spPr>
          <a:xfrm>
            <a:off x="5183388" y="3978458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4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6" name="円/楕円 10">
            <a:extLst>
              <a:ext uri="{FF2B5EF4-FFF2-40B4-BE49-F238E27FC236}">
                <a16:creationId xmlns:a16="http://schemas.microsoft.com/office/drawing/2014/main" id="{F7B80ED6-DD89-B04B-AA01-1AF40F79685C}"/>
              </a:ext>
            </a:extLst>
          </p:cNvPr>
          <p:cNvSpPr/>
          <p:nvPr userDrawn="1"/>
        </p:nvSpPr>
        <p:spPr>
          <a:xfrm>
            <a:off x="3125661" y="2270585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1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7" name="円/楕円 9">
            <a:extLst>
              <a:ext uri="{FF2B5EF4-FFF2-40B4-BE49-F238E27FC236}">
                <a16:creationId xmlns:a16="http://schemas.microsoft.com/office/drawing/2014/main" id="{0664B67F-899C-3646-880F-86EE0FE26098}"/>
              </a:ext>
            </a:extLst>
          </p:cNvPr>
          <p:cNvSpPr/>
          <p:nvPr userDrawn="1"/>
        </p:nvSpPr>
        <p:spPr>
          <a:xfrm>
            <a:off x="4154525" y="4656523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5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17AC7122-E7CF-9C47-B17E-7AC0859F7193}"/>
              </a:ext>
            </a:extLst>
          </p:cNvPr>
          <p:cNvSpPr/>
          <p:nvPr userDrawn="1"/>
        </p:nvSpPr>
        <p:spPr>
          <a:xfrm>
            <a:off x="4154525" y="1857304"/>
            <a:ext cx="827999" cy="827999"/>
          </a:xfrm>
          <a:prstGeom prst="ellipse">
            <a:avLst/>
          </a:prstGeom>
          <a:solidFill>
            <a:srgbClr val="EFEFEF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rgbClr val="003798"/>
                </a:solidFill>
                <a:latin typeface="+mj-lt"/>
              </a:rPr>
              <a:t>2</a:t>
            </a:r>
            <a:endParaRPr kumimoji="1" lang="ja-JP" altLang="en-US" sz="42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9" name="円/楕円 4">
            <a:extLst>
              <a:ext uri="{FF2B5EF4-FFF2-40B4-BE49-F238E27FC236}">
                <a16:creationId xmlns:a16="http://schemas.microsoft.com/office/drawing/2014/main" id="{6CFA344E-F3DF-6A4B-B138-2B634B3FF8F6}"/>
              </a:ext>
            </a:extLst>
          </p:cNvPr>
          <p:cNvSpPr/>
          <p:nvPr userDrawn="1"/>
        </p:nvSpPr>
        <p:spPr>
          <a:xfrm>
            <a:off x="3695430" y="2693118"/>
            <a:ext cx="1800000" cy="1800000"/>
          </a:xfrm>
          <a:prstGeom prst="ellipse">
            <a:avLst/>
          </a:prstGeom>
          <a:solidFill>
            <a:srgbClr val="003798"/>
          </a:solidFill>
          <a:ln w="76200">
            <a:noFill/>
          </a:ln>
          <a:effectLst>
            <a:outerShdw dist="114300" dir="2700000" algn="tl" rotWithShape="0">
              <a:schemeClr val="accent2">
                <a:lumMod val="20000"/>
                <a:lumOff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テキスト プレースホルダー 6">
            <a:extLst>
              <a:ext uri="{FF2B5EF4-FFF2-40B4-BE49-F238E27FC236}">
                <a16:creationId xmlns:a16="http://schemas.microsoft.com/office/drawing/2014/main" id="{10037C21-6620-AF48-8458-294C00B904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6372" y="1847606"/>
            <a:ext cx="2218883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BAFF6123-9857-4149-AA90-1D3DB2B6BD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26372" y="2450613"/>
            <a:ext cx="2228395" cy="815548"/>
          </a:xfrm>
        </p:spPr>
        <p:txBody>
          <a:bodyPr anchor="t">
            <a:no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正方形/長方形 17">
            <a:extLst>
              <a:ext uri="{FF2B5EF4-FFF2-40B4-BE49-F238E27FC236}">
                <a16:creationId xmlns:a16="http://schemas.microsoft.com/office/drawing/2014/main" id="{92EF34E0-5E5E-6A4F-B7F4-1F715150D190}"/>
              </a:ext>
            </a:extLst>
          </p:cNvPr>
          <p:cNvSpPr/>
          <p:nvPr userDrawn="1"/>
        </p:nvSpPr>
        <p:spPr>
          <a:xfrm>
            <a:off x="6626377" y="2351449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99D83D20-74BC-D743-987A-B16D5870BB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3217" y="3034055"/>
            <a:ext cx="2218883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4" name="テキスト プレースホルダー 6">
            <a:extLst>
              <a:ext uri="{FF2B5EF4-FFF2-40B4-BE49-F238E27FC236}">
                <a16:creationId xmlns:a16="http://schemas.microsoft.com/office/drawing/2014/main" id="{82310DAD-35B4-594A-A141-3DBFFFFEF3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3217" y="3637058"/>
            <a:ext cx="2228395" cy="815548"/>
          </a:xfrm>
        </p:spPr>
        <p:txBody>
          <a:bodyPr anchor="t">
            <a:noAutofit/>
          </a:bodyPr>
          <a:lstStyle>
            <a:lvl1pPr algn="l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正方形/長方形 23">
            <a:extLst>
              <a:ext uri="{FF2B5EF4-FFF2-40B4-BE49-F238E27FC236}">
                <a16:creationId xmlns:a16="http://schemas.microsoft.com/office/drawing/2014/main" id="{5D43CC57-B49E-084F-9D1B-9260FAFAC63C}"/>
              </a:ext>
            </a:extLst>
          </p:cNvPr>
          <p:cNvSpPr/>
          <p:nvPr userDrawn="1"/>
        </p:nvSpPr>
        <p:spPr>
          <a:xfrm>
            <a:off x="6633222" y="3543763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4C83B3D4-2DA7-4D46-B3A5-C9860436BB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26372" y="4255387"/>
            <a:ext cx="2218883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テキスト プレースホルダー 6">
            <a:extLst>
              <a:ext uri="{FF2B5EF4-FFF2-40B4-BE49-F238E27FC236}">
                <a16:creationId xmlns:a16="http://schemas.microsoft.com/office/drawing/2014/main" id="{1BD9813F-6099-F246-BA2F-74E3BA508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6372" y="4858394"/>
            <a:ext cx="2228395" cy="815548"/>
          </a:xfrm>
        </p:spPr>
        <p:txBody>
          <a:bodyPr anchor="t">
            <a:noAutofit/>
          </a:bodyPr>
          <a:lstStyle>
            <a:lvl1pPr marL="179380" marR="0" indent="-179380" algn="l" defTabSz="1219140" rtl="0" eaLnBrk="0" fontAlgn="base" latinLnBrk="0" hangingPunct="0">
              <a:lnSpc>
                <a:spcPct val="130000"/>
              </a:lnSpc>
              <a:spcBef>
                <a:spcPts val="700"/>
              </a:spcBef>
              <a:spcAft>
                <a:spcPct val="0"/>
              </a:spcAft>
              <a:buClr>
                <a:srgbClr val="616A74"/>
              </a:buClr>
              <a:buSzPct val="70000"/>
              <a:buFontTx/>
              <a:buBlip>
                <a:blip r:embed="rId2"/>
              </a:buBlip>
              <a:tabLst/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8" name="正方形/長方形 26">
            <a:extLst>
              <a:ext uri="{FF2B5EF4-FFF2-40B4-BE49-F238E27FC236}">
                <a16:creationId xmlns:a16="http://schemas.microsoft.com/office/drawing/2014/main" id="{325624A4-15F7-CF47-A157-98FD474D1583}"/>
              </a:ext>
            </a:extLst>
          </p:cNvPr>
          <p:cNvSpPr/>
          <p:nvPr userDrawn="1"/>
        </p:nvSpPr>
        <p:spPr>
          <a:xfrm>
            <a:off x="6626377" y="4765099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EEBAA73D-57FB-F548-8BBE-8FA5C16753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516" y="1841741"/>
            <a:ext cx="2313548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EDC9C5D1-4241-0143-93C9-B2AEC025F89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598" y="2444744"/>
            <a:ext cx="2323466" cy="815548"/>
          </a:xfrm>
        </p:spPr>
        <p:txBody>
          <a:bodyPr anchor="t">
            <a:noAutofit/>
          </a:bodyPr>
          <a:lstStyle>
            <a:lvl1pPr algn="r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1" name="正方形/長方形 29">
            <a:extLst>
              <a:ext uri="{FF2B5EF4-FFF2-40B4-BE49-F238E27FC236}">
                <a16:creationId xmlns:a16="http://schemas.microsoft.com/office/drawing/2014/main" id="{1342040A-9EF8-074C-96B0-66E03C6880A2}"/>
              </a:ext>
            </a:extLst>
          </p:cNvPr>
          <p:cNvSpPr/>
          <p:nvPr userDrawn="1"/>
        </p:nvSpPr>
        <p:spPr>
          <a:xfrm>
            <a:off x="1058227" y="2351449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1D8876EF-8918-5A46-92BB-771F5C5BC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8693" y="3036187"/>
            <a:ext cx="2313548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テキスト プレースホルダー 6">
            <a:extLst>
              <a:ext uri="{FF2B5EF4-FFF2-40B4-BE49-F238E27FC236}">
                <a16:creationId xmlns:a16="http://schemas.microsoft.com/office/drawing/2014/main" id="{BE053AF2-A88E-BC46-894A-9BFDE44AD75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8775" y="3639190"/>
            <a:ext cx="2323466" cy="815548"/>
          </a:xfrm>
        </p:spPr>
        <p:txBody>
          <a:bodyPr anchor="t">
            <a:noAutofit/>
          </a:bodyPr>
          <a:lstStyle>
            <a:lvl1pPr algn="r"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4" name="正方形/長方形 32">
            <a:extLst>
              <a:ext uri="{FF2B5EF4-FFF2-40B4-BE49-F238E27FC236}">
                <a16:creationId xmlns:a16="http://schemas.microsoft.com/office/drawing/2014/main" id="{F8170CA9-817D-4340-B41B-58A2D456CC50}"/>
              </a:ext>
            </a:extLst>
          </p:cNvPr>
          <p:cNvSpPr/>
          <p:nvPr userDrawn="1"/>
        </p:nvSpPr>
        <p:spPr>
          <a:xfrm>
            <a:off x="1060404" y="3545899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D9DA1BD5-08A3-4644-82A7-5A9C27C24A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114" y="4257515"/>
            <a:ext cx="2323466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6" name="テキスト プレースホルダー 6">
            <a:extLst>
              <a:ext uri="{FF2B5EF4-FFF2-40B4-BE49-F238E27FC236}">
                <a16:creationId xmlns:a16="http://schemas.microsoft.com/office/drawing/2014/main" id="{C3D45815-2995-1C45-BF3A-C7E9C5CA9C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3114" y="4860518"/>
            <a:ext cx="2323466" cy="815548"/>
          </a:xfrm>
        </p:spPr>
        <p:txBody>
          <a:bodyPr anchor="t">
            <a:noAutofit/>
          </a:bodyPr>
          <a:lstStyle>
            <a:lvl1pPr marL="179380" marR="0" indent="-179380" algn="r" defTabSz="1219140" rtl="0" eaLnBrk="0" fontAlgn="base" latinLnBrk="0" hangingPunct="0">
              <a:lnSpc>
                <a:spcPct val="130000"/>
              </a:lnSpc>
              <a:spcBef>
                <a:spcPts val="700"/>
              </a:spcBef>
              <a:spcAft>
                <a:spcPct val="0"/>
              </a:spcAft>
              <a:buClr>
                <a:srgbClr val="616A74"/>
              </a:buClr>
              <a:buSzPct val="70000"/>
              <a:buFontTx/>
              <a:buBlip>
                <a:blip r:embed="rId2"/>
              </a:buBlip>
              <a:tabLst/>
              <a:defRPr sz="12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7" name="正方形/長方形 35">
            <a:extLst>
              <a:ext uri="{FF2B5EF4-FFF2-40B4-BE49-F238E27FC236}">
                <a16:creationId xmlns:a16="http://schemas.microsoft.com/office/drawing/2014/main" id="{1813B8BB-C006-4C4E-9EB5-2023245EAD99}"/>
              </a:ext>
            </a:extLst>
          </p:cNvPr>
          <p:cNvSpPr/>
          <p:nvPr userDrawn="1"/>
        </p:nvSpPr>
        <p:spPr>
          <a:xfrm>
            <a:off x="1074743" y="4767223"/>
            <a:ext cx="1620321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8" name="フリーフォーム 38">
            <a:extLst>
              <a:ext uri="{FF2B5EF4-FFF2-40B4-BE49-F238E27FC236}">
                <a16:creationId xmlns:a16="http://schemas.microsoft.com/office/drawing/2014/main" id="{D57E469C-164C-764A-B1BF-48AE57F3BAFB}"/>
              </a:ext>
            </a:extLst>
          </p:cNvPr>
          <p:cNvSpPr/>
          <p:nvPr userDrawn="1"/>
        </p:nvSpPr>
        <p:spPr>
          <a:xfrm>
            <a:off x="5122015" y="1931795"/>
            <a:ext cx="1391484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9" name="フリーフォーム 40">
            <a:extLst>
              <a:ext uri="{FF2B5EF4-FFF2-40B4-BE49-F238E27FC236}">
                <a16:creationId xmlns:a16="http://schemas.microsoft.com/office/drawing/2014/main" id="{BF943C99-8FDF-7D4E-A71B-677606C2FAD8}"/>
              </a:ext>
            </a:extLst>
          </p:cNvPr>
          <p:cNvSpPr/>
          <p:nvPr userDrawn="1"/>
        </p:nvSpPr>
        <p:spPr>
          <a:xfrm rot="10102656">
            <a:off x="6074404" y="3259259"/>
            <a:ext cx="425921" cy="134731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0" name="フリーフォーム 42">
            <a:extLst>
              <a:ext uri="{FF2B5EF4-FFF2-40B4-BE49-F238E27FC236}">
                <a16:creationId xmlns:a16="http://schemas.microsoft.com/office/drawing/2014/main" id="{0635AC89-BDDE-5143-8DA5-55252C073382}"/>
              </a:ext>
            </a:extLst>
          </p:cNvPr>
          <p:cNvSpPr/>
          <p:nvPr userDrawn="1"/>
        </p:nvSpPr>
        <p:spPr>
          <a:xfrm>
            <a:off x="2807943" y="4615679"/>
            <a:ext cx="1350766" cy="1010000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1" name="フリーフォーム 43">
            <a:extLst>
              <a:ext uri="{FF2B5EF4-FFF2-40B4-BE49-F238E27FC236}">
                <a16:creationId xmlns:a16="http://schemas.microsoft.com/office/drawing/2014/main" id="{ECE7331B-9089-7B46-BADB-B545E62B167E}"/>
              </a:ext>
            </a:extLst>
          </p:cNvPr>
          <p:cNvSpPr/>
          <p:nvPr userDrawn="1"/>
        </p:nvSpPr>
        <p:spPr>
          <a:xfrm>
            <a:off x="2772475" y="3492869"/>
            <a:ext cx="475700" cy="277906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2" name="フリーフォーム 44">
            <a:extLst>
              <a:ext uri="{FF2B5EF4-FFF2-40B4-BE49-F238E27FC236}">
                <a16:creationId xmlns:a16="http://schemas.microsoft.com/office/drawing/2014/main" id="{888BA733-3E67-4943-B15D-B0FB3306CD7B}"/>
              </a:ext>
            </a:extLst>
          </p:cNvPr>
          <p:cNvSpPr/>
          <p:nvPr userDrawn="1"/>
        </p:nvSpPr>
        <p:spPr>
          <a:xfrm rot="18819473">
            <a:off x="2866690" y="2039192"/>
            <a:ext cx="376562" cy="384573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3" name="フリーフォーム 45">
            <a:extLst>
              <a:ext uri="{FF2B5EF4-FFF2-40B4-BE49-F238E27FC236}">
                <a16:creationId xmlns:a16="http://schemas.microsoft.com/office/drawing/2014/main" id="{B9D9204C-954B-CC46-8905-648658E821D8}"/>
              </a:ext>
            </a:extLst>
          </p:cNvPr>
          <p:cNvSpPr/>
          <p:nvPr userDrawn="1"/>
        </p:nvSpPr>
        <p:spPr>
          <a:xfrm>
            <a:off x="6011387" y="4908887"/>
            <a:ext cx="494705" cy="176386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rgbClr val="003798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0" name="テキスト プレースホルダー 6">
            <a:extLst>
              <a:ext uri="{FF2B5EF4-FFF2-40B4-BE49-F238E27FC236}">
                <a16:creationId xmlns:a16="http://schemas.microsoft.com/office/drawing/2014/main" id="{22715543-1426-A149-ADF3-D10EB91227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57831" y="2912294"/>
            <a:ext cx="1425828" cy="144175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4162446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00687-5D75-6541-89F7-3DF1DA6F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図プレースホルダー 5">
            <a:extLst>
              <a:ext uri="{FF2B5EF4-FFF2-40B4-BE49-F238E27FC236}">
                <a16:creationId xmlns:a16="http://schemas.microsoft.com/office/drawing/2014/main" id="{4FB488B5-E364-6E46-9936-88FD6DACC3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0500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E398F278-3204-D640-8667-75463D5B56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32616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9" name="図プレースホルダー 5">
            <a:extLst>
              <a:ext uri="{FF2B5EF4-FFF2-40B4-BE49-F238E27FC236}">
                <a16:creationId xmlns:a16="http://schemas.microsoft.com/office/drawing/2014/main" id="{CBF26332-DF89-184F-9E68-BE049A7D1FB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94442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0" name="図プレースホルダー 5">
            <a:extLst>
              <a:ext uri="{FF2B5EF4-FFF2-40B4-BE49-F238E27FC236}">
                <a16:creationId xmlns:a16="http://schemas.microsoft.com/office/drawing/2014/main" id="{EFFF127F-7012-9141-AC8E-78A152858CF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6143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1" name="図プレースホルダー 5">
            <a:extLst>
              <a:ext uri="{FF2B5EF4-FFF2-40B4-BE49-F238E27FC236}">
                <a16:creationId xmlns:a16="http://schemas.microsoft.com/office/drawing/2014/main" id="{DD3DC245-E51F-FD4F-8E78-A2E91631CB7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17844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4A80E9A2-0C97-9242-A854-A876817EA2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0848" y="4685759"/>
            <a:ext cx="1582545" cy="502708"/>
          </a:xfrm>
          <a:solidFill>
            <a:srgbClr val="003798">
              <a:alpha val="80000"/>
            </a:srgb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13">
            <a:extLst>
              <a:ext uri="{FF2B5EF4-FFF2-40B4-BE49-F238E27FC236}">
                <a16:creationId xmlns:a16="http://schemas.microsoft.com/office/drawing/2014/main" id="{AA67FAEF-C7C6-4D4A-A493-C3A4937D25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32881" y="4685759"/>
            <a:ext cx="1582545" cy="502708"/>
          </a:xfrm>
          <a:solidFill>
            <a:srgbClr val="003798">
              <a:alpha val="80000"/>
            </a:srgb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DB55DD7-C1D0-4149-A59B-70254F4623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17858" y="4685759"/>
            <a:ext cx="1582545" cy="502708"/>
          </a:xfrm>
          <a:solidFill>
            <a:srgbClr val="003798">
              <a:alpha val="80000"/>
            </a:srgb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344653C-2B18-0448-8D1C-565E849643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56241" y="4685759"/>
            <a:ext cx="1582545" cy="502708"/>
          </a:xfrm>
          <a:solidFill>
            <a:srgbClr val="003798">
              <a:alpha val="80000"/>
            </a:srgb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13">
            <a:extLst>
              <a:ext uri="{FF2B5EF4-FFF2-40B4-BE49-F238E27FC236}">
                <a16:creationId xmlns:a16="http://schemas.microsoft.com/office/drawing/2014/main" id="{71FA2E77-659E-2F4C-9847-1D36E3E841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4529" y="4685759"/>
            <a:ext cx="1582545" cy="502708"/>
          </a:xfrm>
          <a:solidFill>
            <a:srgbClr val="003798">
              <a:alpha val="80000"/>
            </a:srgb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テキスト プレースホルダー 6">
            <a:extLst>
              <a:ext uri="{FF2B5EF4-FFF2-40B4-BE49-F238E27FC236}">
                <a16:creationId xmlns:a16="http://schemas.microsoft.com/office/drawing/2014/main" id="{ED872C9A-CCA5-084C-B01C-935B88853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505" y="5431585"/>
            <a:ext cx="8100859" cy="620483"/>
          </a:xfr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8" name="正方形/長方形 19">
            <a:extLst>
              <a:ext uri="{FF2B5EF4-FFF2-40B4-BE49-F238E27FC236}">
                <a16:creationId xmlns:a16="http://schemas.microsoft.com/office/drawing/2014/main" id="{516079E3-84EA-7C48-A4C9-F52CB56B3E5A}"/>
              </a:ext>
            </a:extLst>
          </p:cNvPr>
          <p:cNvSpPr/>
          <p:nvPr userDrawn="1"/>
        </p:nvSpPr>
        <p:spPr>
          <a:xfrm>
            <a:off x="370497" y="5335572"/>
            <a:ext cx="2412000" cy="4800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6023150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C802B-11CA-3443-AEAB-6B401109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図プレースホルダー 9">
            <a:extLst>
              <a:ext uri="{FF2B5EF4-FFF2-40B4-BE49-F238E27FC236}">
                <a16:creationId xmlns:a16="http://schemas.microsoft.com/office/drawing/2014/main" id="{80AEFC7E-F893-5D43-B5AE-21E8BF1175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91791" y="1846441"/>
            <a:ext cx="5652213" cy="312034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844E9B5E-B35A-5D49-9C27-9AC0F2830CE1}"/>
              </a:ext>
            </a:extLst>
          </p:cNvPr>
          <p:cNvSpPr/>
          <p:nvPr userDrawn="1"/>
        </p:nvSpPr>
        <p:spPr>
          <a:xfrm>
            <a:off x="0" y="1846441"/>
            <a:ext cx="3491786" cy="3120347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EFD1A49-0E41-8B44-8356-EC7C72D742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500" y="2062465"/>
            <a:ext cx="2869236" cy="268829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FA43C00C-FBE4-5A45-A992-BFAE8473E8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505" y="5431585"/>
            <a:ext cx="8100859" cy="620483"/>
          </a:xfr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9" name="正方形/長方形 19">
            <a:extLst>
              <a:ext uri="{FF2B5EF4-FFF2-40B4-BE49-F238E27FC236}">
                <a16:creationId xmlns:a16="http://schemas.microsoft.com/office/drawing/2014/main" id="{4037F634-FA16-E144-938A-CA9DFED227EE}"/>
              </a:ext>
            </a:extLst>
          </p:cNvPr>
          <p:cNvSpPr/>
          <p:nvPr userDrawn="1"/>
        </p:nvSpPr>
        <p:spPr>
          <a:xfrm>
            <a:off x="370497" y="5335572"/>
            <a:ext cx="2412000" cy="48005"/>
          </a:xfrm>
          <a:prstGeom prst="rect">
            <a:avLst/>
          </a:prstGeom>
          <a:solidFill>
            <a:srgbClr val="003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479135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70505" y="1846263"/>
            <a:ext cx="6675437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1E3954E-5642-3C49-B87B-782DB47C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35492302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58EFBAA-A201-0145-AE7B-182DD38FE0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774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ED80F66A-6A14-9D42-930D-18EAAD0CF9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46600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6C6A128-73BC-4042-9016-FF7EB87E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4700614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3C5668D-8FB4-B94D-9004-B64A564B9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774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6376D08B-A47A-E749-96E0-6D4C4A556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5488" y="1845733"/>
            <a:ext cx="3960812" cy="3911600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DA959CC-7F1E-D84D-B47D-7833AF53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26932388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3">
            <a:extLst>
              <a:ext uri="{FF2B5EF4-FFF2-40B4-BE49-F238E27FC236}">
                <a16:creationId xmlns:a16="http://schemas.microsoft.com/office/drawing/2014/main" id="{DBACCA9B-938A-1842-BE48-3E44E51DF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46600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2BDBBBC-F0B3-4645-AD8A-D44CDEA1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93C86DE-3188-EB47-8FDA-F1BE683C78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70505" y="1846263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5434739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ED32AA7-7501-784E-986A-D6AE12C5AAF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70505" y="1846263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A0F24CE-D4C4-DD4E-8761-838E191ECA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35488" y="1846263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95996A0-8B20-F748-909E-68C73801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3549089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9212" y="1535113"/>
            <a:ext cx="3961488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535488" y="1535113"/>
            <a:ext cx="3960812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C9F29C2-39A4-BD48-84FF-07F71BD222B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70505" y="2253809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D02F0AB5-3346-1F48-B69E-1DD8E834DC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39093" y="2253809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08C73B4-7BA6-574C-A52B-B352B575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1468794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1655AE5-D7B1-0047-9A3F-6081C02175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4330700" cy="6155267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D8C740D-19BA-B24F-87A3-A6AF6094B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88" y="536393"/>
            <a:ext cx="3640324" cy="9048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4A289E2A-E5C5-0444-87A8-77C4B203F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35488" y="1535113"/>
            <a:ext cx="3960812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EB8EC92-94A5-D54E-9A5B-0906472C47D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39093" y="2253809"/>
            <a:ext cx="3960195" cy="3876681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0823703"/>
      </p:ext>
    </p:extLst>
  </p:cSld>
  <p:clrMapOvr>
    <a:masterClrMapping/>
  </p:clrMapOvr>
  <p:transition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ung 4"/>
          <p:cNvGrpSpPr/>
          <p:nvPr userDrawn="1"/>
        </p:nvGrpSpPr>
        <p:grpSpPr>
          <a:xfrm>
            <a:off x="1" y="5"/>
            <a:ext cx="1008528" cy="1365249"/>
            <a:chOff x="6150429" y="2549072"/>
            <a:chExt cx="2068286" cy="3038928"/>
          </a:xfrm>
          <a:solidFill>
            <a:srgbClr val="D6D6D6"/>
          </a:solidFill>
        </p:grpSpPr>
        <p:sp>
          <p:nvSpPr>
            <p:cNvPr id="4" name="Rechteck 3"/>
            <p:cNvSpPr/>
            <p:nvPr/>
          </p:nvSpPr>
          <p:spPr bwMode="auto">
            <a:xfrm>
              <a:off x="6150429" y="2549072"/>
              <a:ext cx="1161143" cy="1161143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5" name="Rechteck 4"/>
            <p:cNvSpPr/>
            <p:nvPr/>
          </p:nvSpPr>
          <p:spPr bwMode="auto">
            <a:xfrm>
              <a:off x="7311573" y="3701144"/>
              <a:ext cx="907142" cy="907142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6" name="Rechteck 5"/>
            <p:cNvSpPr/>
            <p:nvPr/>
          </p:nvSpPr>
          <p:spPr bwMode="auto">
            <a:xfrm>
              <a:off x="6676573" y="4608285"/>
              <a:ext cx="634999" cy="634999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7311573" y="5234215"/>
              <a:ext cx="353785" cy="353785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58779" y="2799331"/>
            <a:ext cx="6628621" cy="1571388"/>
          </a:xfrm>
        </p:spPr>
        <p:txBody>
          <a:bodyPr anchor="t"/>
          <a:lstStyle>
            <a:lvl1pPr algn="l">
              <a:defRPr sz="2000" b="0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83684288"/>
      </p:ext>
    </p:extLst>
  </p:cSld>
  <p:clrMapOvr>
    <a:masterClrMapping/>
  </p:clrMapOvr>
  <p:transition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ACECBD62-3576-1F48-BE52-687188C91DFB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D86918F0-F099-0940-A9B6-6C08F2B10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7E41DD6-2111-8845-B30D-0762CC08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円/楕円 6">
            <a:extLst>
              <a:ext uri="{FF2B5EF4-FFF2-40B4-BE49-F238E27FC236}">
                <a16:creationId xmlns:a16="http://schemas.microsoft.com/office/drawing/2014/main" id="{0A4B0692-07C9-2841-B9FC-906CC380222C}"/>
              </a:ext>
            </a:extLst>
          </p:cNvPr>
          <p:cNvSpPr/>
          <p:nvPr userDrawn="1"/>
        </p:nvSpPr>
        <p:spPr>
          <a:xfrm>
            <a:off x="356184" y="2818018"/>
            <a:ext cx="1800000" cy="1800000"/>
          </a:xfrm>
          <a:prstGeom prst="ellipse">
            <a:avLst/>
          </a:prstGeom>
          <a:solidFill>
            <a:srgbClr val="0037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7" name="円/楕円 7">
            <a:extLst>
              <a:ext uri="{FF2B5EF4-FFF2-40B4-BE49-F238E27FC236}">
                <a16:creationId xmlns:a16="http://schemas.microsoft.com/office/drawing/2014/main" id="{B3346E00-C958-1F47-83E7-0BC2D17619FD}"/>
              </a:ext>
            </a:extLst>
          </p:cNvPr>
          <p:cNvSpPr/>
          <p:nvPr userDrawn="1"/>
        </p:nvSpPr>
        <p:spPr>
          <a:xfrm>
            <a:off x="1843992" y="274200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1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30" name="山形 10">
            <a:extLst>
              <a:ext uri="{FF2B5EF4-FFF2-40B4-BE49-F238E27FC236}">
                <a16:creationId xmlns:a16="http://schemas.microsoft.com/office/drawing/2014/main" id="{5BC8D83A-FC2D-1E45-B96A-E5B339ACF47F}"/>
              </a:ext>
            </a:extLst>
          </p:cNvPr>
          <p:cNvSpPr/>
          <p:nvPr userDrawn="1"/>
        </p:nvSpPr>
        <p:spPr>
          <a:xfrm>
            <a:off x="2267544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円/楕円 11">
            <a:extLst>
              <a:ext uri="{FF2B5EF4-FFF2-40B4-BE49-F238E27FC236}">
                <a16:creationId xmlns:a16="http://schemas.microsoft.com/office/drawing/2014/main" id="{F7ABE75A-BA59-C443-962D-3782B37D020D}"/>
              </a:ext>
            </a:extLst>
          </p:cNvPr>
          <p:cNvSpPr/>
          <p:nvPr userDrawn="1"/>
        </p:nvSpPr>
        <p:spPr>
          <a:xfrm>
            <a:off x="2519597" y="2818018"/>
            <a:ext cx="1800000" cy="1800000"/>
          </a:xfrm>
          <a:prstGeom prst="ellipse">
            <a:avLst/>
          </a:prstGeom>
          <a:solidFill>
            <a:srgbClr val="0037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2" name="円/楕円 12">
            <a:extLst>
              <a:ext uri="{FF2B5EF4-FFF2-40B4-BE49-F238E27FC236}">
                <a16:creationId xmlns:a16="http://schemas.microsoft.com/office/drawing/2014/main" id="{6C0A0484-3614-A04C-8917-A35E849F3F62}"/>
              </a:ext>
            </a:extLst>
          </p:cNvPr>
          <p:cNvSpPr/>
          <p:nvPr userDrawn="1"/>
        </p:nvSpPr>
        <p:spPr>
          <a:xfrm>
            <a:off x="4007406" y="274200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2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35" name="山形 15">
            <a:extLst>
              <a:ext uri="{FF2B5EF4-FFF2-40B4-BE49-F238E27FC236}">
                <a16:creationId xmlns:a16="http://schemas.microsoft.com/office/drawing/2014/main" id="{AB24D484-E3DD-AE45-98C6-A531743F1EB4}"/>
              </a:ext>
            </a:extLst>
          </p:cNvPr>
          <p:cNvSpPr/>
          <p:nvPr userDrawn="1"/>
        </p:nvSpPr>
        <p:spPr>
          <a:xfrm>
            <a:off x="4427971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円/楕円 16">
            <a:extLst>
              <a:ext uri="{FF2B5EF4-FFF2-40B4-BE49-F238E27FC236}">
                <a16:creationId xmlns:a16="http://schemas.microsoft.com/office/drawing/2014/main" id="{8331346F-AD85-2D42-9F42-59652E61ED98}"/>
              </a:ext>
            </a:extLst>
          </p:cNvPr>
          <p:cNvSpPr/>
          <p:nvPr userDrawn="1"/>
        </p:nvSpPr>
        <p:spPr>
          <a:xfrm>
            <a:off x="4680023" y="2818018"/>
            <a:ext cx="1800000" cy="1800000"/>
          </a:xfrm>
          <a:prstGeom prst="ellipse">
            <a:avLst/>
          </a:prstGeom>
          <a:solidFill>
            <a:srgbClr val="0037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7" name="円/楕円 17">
            <a:extLst>
              <a:ext uri="{FF2B5EF4-FFF2-40B4-BE49-F238E27FC236}">
                <a16:creationId xmlns:a16="http://schemas.microsoft.com/office/drawing/2014/main" id="{4F3B1E44-56E8-F445-A0DF-75FA1BCAA0EA}"/>
              </a:ext>
            </a:extLst>
          </p:cNvPr>
          <p:cNvSpPr/>
          <p:nvPr userDrawn="1"/>
        </p:nvSpPr>
        <p:spPr>
          <a:xfrm>
            <a:off x="6167834" y="274200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3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0" name="山形 20">
            <a:extLst>
              <a:ext uri="{FF2B5EF4-FFF2-40B4-BE49-F238E27FC236}">
                <a16:creationId xmlns:a16="http://schemas.microsoft.com/office/drawing/2014/main" id="{231C799C-62D9-3845-A1E5-A9E2E7702D99}"/>
              </a:ext>
            </a:extLst>
          </p:cNvPr>
          <p:cNvSpPr/>
          <p:nvPr userDrawn="1"/>
        </p:nvSpPr>
        <p:spPr>
          <a:xfrm>
            <a:off x="6591385" y="3569729"/>
            <a:ext cx="180036" cy="269619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1" name="円/楕円 21">
            <a:extLst>
              <a:ext uri="{FF2B5EF4-FFF2-40B4-BE49-F238E27FC236}">
                <a16:creationId xmlns:a16="http://schemas.microsoft.com/office/drawing/2014/main" id="{20B8FE31-05AA-A744-BD17-ED2542EF5FD4}"/>
              </a:ext>
            </a:extLst>
          </p:cNvPr>
          <p:cNvSpPr/>
          <p:nvPr userDrawn="1"/>
        </p:nvSpPr>
        <p:spPr>
          <a:xfrm>
            <a:off x="6843440" y="2818018"/>
            <a:ext cx="1800000" cy="1800000"/>
          </a:xfrm>
          <a:prstGeom prst="ellipse">
            <a:avLst/>
          </a:prstGeom>
          <a:solidFill>
            <a:srgbClr val="003798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2" name="円/楕円 22">
            <a:extLst>
              <a:ext uri="{FF2B5EF4-FFF2-40B4-BE49-F238E27FC236}">
                <a16:creationId xmlns:a16="http://schemas.microsoft.com/office/drawing/2014/main" id="{CB292B45-8560-294B-946F-2AF7C8BD4490}"/>
              </a:ext>
            </a:extLst>
          </p:cNvPr>
          <p:cNvSpPr/>
          <p:nvPr userDrawn="1"/>
        </p:nvSpPr>
        <p:spPr>
          <a:xfrm>
            <a:off x="8331248" y="274200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4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24" name="テキスト プレースホルダー 6">
            <a:extLst>
              <a:ext uri="{FF2B5EF4-FFF2-40B4-BE49-F238E27FC236}">
                <a16:creationId xmlns:a16="http://schemas.microsoft.com/office/drawing/2014/main" id="{CB8813FF-5BEA-1846-B592-50AA9D478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628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F1C701BD-7498-8C45-9414-06887907F3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9623" y="4714463"/>
            <a:ext cx="1728000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7" name="テキスト プレースホルダー 6">
            <a:extLst>
              <a:ext uri="{FF2B5EF4-FFF2-40B4-BE49-F238E27FC236}">
                <a16:creationId xmlns:a16="http://schemas.microsoft.com/office/drawing/2014/main" id="{6367A2DC-A466-824D-9856-7C03C86EAF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3041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8" name="テキスト プレースホルダー 6">
            <a:extLst>
              <a:ext uri="{FF2B5EF4-FFF2-40B4-BE49-F238E27FC236}">
                <a16:creationId xmlns:a16="http://schemas.microsoft.com/office/drawing/2014/main" id="{C0BF4C22-386E-D24D-961F-A982593391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3467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9" name="テキスト プレースホルダー 6">
            <a:extLst>
              <a:ext uri="{FF2B5EF4-FFF2-40B4-BE49-F238E27FC236}">
                <a16:creationId xmlns:a16="http://schemas.microsoft.com/office/drawing/2014/main" id="{100C4C79-CD8D-0149-92DD-483FC4DB8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96884" y="4714463"/>
            <a:ext cx="1729477" cy="1296000"/>
          </a:xfrm>
        </p:spPr>
        <p:txBody>
          <a:bodyPr anchor="t">
            <a:norm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0" name="テキスト プレースホルダー 6">
            <a:extLst>
              <a:ext uri="{FF2B5EF4-FFF2-40B4-BE49-F238E27FC236}">
                <a16:creationId xmlns:a16="http://schemas.microsoft.com/office/drawing/2014/main" id="{A6599C77-1C8B-9546-BE53-17D10F1565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67881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1" name="テキスト プレースホルダー 6">
            <a:extLst>
              <a:ext uri="{FF2B5EF4-FFF2-40B4-BE49-F238E27FC236}">
                <a16:creationId xmlns:a16="http://schemas.microsoft.com/office/drawing/2014/main" id="{BE5AFCC1-0C85-7741-A5F2-507586CD5A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39589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2" name="テキスト プレースホルダー 6">
            <a:extLst>
              <a:ext uri="{FF2B5EF4-FFF2-40B4-BE49-F238E27FC236}">
                <a16:creationId xmlns:a16="http://schemas.microsoft.com/office/drawing/2014/main" id="{ACCB6BCD-F4AC-1146-A3CD-32E02998F0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7842" y="2818018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0271694"/>
      </p:ext>
    </p:extLst>
  </p:cSld>
  <p:clrMapOvr>
    <a:masterClrMapping/>
  </p:clrMapOvr>
  <p:transition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hteck 78">
            <a:extLst>
              <a:ext uri="{FF2B5EF4-FFF2-40B4-BE49-F238E27FC236}">
                <a16:creationId xmlns:a16="http://schemas.microsoft.com/office/drawing/2014/main" id="{00597DE2-FFB9-AA40-8A2B-9B8F3E23628F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42" name="正方形/長方形 66">
            <a:extLst>
              <a:ext uri="{FF2B5EF4-FFF2-40B4-BE49-F238E27FC236}">
                <a16:creationId xmlns:a16="http://schemas.microsoft.com/office/drawing/2014/main" id="{85AE16BA-44CB-1E45-8DC2-7F02D3F529A8}"/>
              </a:ext>
            </a:extLst>
          </p:cNvPr>
          <p:cNvSpPr/>
          <p:nvPr userDrawn="1"/>
        </p:nvSpPr>
        <p:spPr>
          <a:xfrm rot="5400000">
            <a:off x="-72845" y="3092773"/>
            <a:ext cx="1152000" cy="36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6990F5-B2A0-544D-985C-A2AC91D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0" name="スライド番号プレースホルダー 3">
            <a:extLst>
              <a:ext uri="{FF2B5EF4-FFF2-40B4-BE49-F238E27FC236}">
                <a16:creationId xmlns:a16="http://schemas.microsoft.com/office/drawing/2014/main" id="{8A740CA5-336B-BD42-A9C2-A4EF9BD8F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68796" y="6288528"/>
            <a:ext cx="540107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‹Nr.›</a:t>
            </a:fld>
            <a:endParaRPr lang="ja-JP" altLang="en-US" dirty="0"/>
          </a:p>
        </p:txBody>
      </p:sp>
      <p:grpSp>
        <p:nvGrpSpPr>
          <p:cNvPr id="21" name="グループ化 14">
            <a:extLst>
              <a:ext uri="{FF2B5EF4-FFF2-40B4-BE49-F238E27FC236}">
                <a16:creationId xmlns:a16="http://schemas.microsoft.com/office/drawing/2014/main" id="{C9B50890-5712-7C4D-A204-A7E910F6DB92}"/>
              </a:ext>
            </a:extLst>
          </p:cNvPr>
          <p:cNvGrpSpPr/>
          <p:nvPr userDrawn="1"/>
        </p:nvGrpSpPr>
        <p:grpSpPr>
          <a:xfrm>
            <a:off x="304799" y="2267508"/>
            <a:ext cx="2491771" cy="605405"/>
            <a:chOff x="1073297" y="6784950"/>
            <a:chExt cx="4983109" cy="908108"/>
          </a:xfrm>
        </p:grpSpPr>
        <p:sp>
          <p:nvSpPr>
            <p:cNvPr id="22" name="正方形/長方形 15">
              <a:extLst>
                <a:ext uri="{FF2B5EF4-FFF2-40B4-BE49-F238E27FC236}">
                  <a16:creationId xmlns:a16="http://schemas.microsoft.com/office/drawing/2014/main" id="{E454BC2E-54E2-9747-B77D-DFED1368C104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23" name="円/楕円 16">
              <a:extLst>
                <a:ext uri="{FF2B5EF4-FFF2-40B4-BE49-F238E27FC236}">
                  <a16:creationId xmlns:a16="http://schemas.microsoft.com/office/drawing/2014/main" id="{7BCB4F19-ABA9-D340-AB84-BBBBC3411F33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24" name="円/楕円 17">
              <a:extLst>
                <a:ext uri="{FF2B5EF4-FFF2-40B4-BE49-F238E27FC236}">
                  <a16:creationId xmlns:a16="http://schemas.microsoft.com/office/drawing/2014/main" id="{06BDF653-0A70-E44F-BCAB-0E4E0F43F8E8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2B05B72-52BC-674D-9F6E-686C5DB9ED3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549514" y="-790180"/>
            <a:ext cx="2571" cy="9180000"/>
          </a:xfrm>
          <a:prstGeom prst="line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18">
            <a:extLst>
              <a:ext uri="{FF2B5EF4-FFF2-40B4-BE49-F238E27FC236}">
                <a16:creationId xmlns:a16="http://schemas.microsoft.com/office/drawing/2014/main" id="{09A6CF75-0AE7-2B4B-8C2A-F25DC014016F}"/>
              </a:ext>
            </a:extLst>
          </p:cNvPr>
          <p:cNvSpPr/>
          <p:nvPr userDrawn="1"/>
        </p:nvSpPr>
        <p:spPr>
          <a:xfrm>
            <a:off x="339384" y="3553981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solidFill>
                  <a:srgbClr val="003798"/>
                </a:solidFill>
                <a:latin typeface="+mj-lt"/>
              </a:rPr>
              <a:t>1</a:t>
            </a:r>
            <a:endParaRPr kumimoji="1" lang="ja-JP" altLang="en-US" sz="2133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30" name="テキスト プレースホルダー 6">
            <a:extLst>
              <a:ext uri="{FF2B5EF4-FFF2-40B4-BE49-F238E27FC236}">
                <a16:creationId xmlns:a16="http://schemas.microsoft.com/office/drawing/2014/main" id="{AA091084-55AC-754F-B91A-99D756DC67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968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5" name="正方形/長方形 66">
            <a:extLst>
              <a:ext uri="{FF2B5EF4-FFF2-40B4-BE49-F238E27FC236}">
                <a16:creationId xmlns:a16="http://schemas.microsoft.com/office/drawing/2014/main" id="{3C2165D3-8ACF-FB4B-93C6-79723F5B2358}"/>
              </a:ext>
            </a:extLst>
          </p:cNvPr>
          <p:cNvSpPr/>
          <p:nvPr userDrawn="1"/>
        </p:nvSpPr>
        <p:spPr>
          <a:xfrm rot="5400000">
            <a:off x="1387034" y="4406599"/>
            <a:ext cx="1152001" cy="36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grpSp>
        <p:nvGrpSpPr>
          <p:cNvPr id="46" name="グループ化 14">
            <a:extLst>
              <a:ext uri="{FF2B5EF4-FFF2-40B4-BE49-F238E27FC236}">
                <a16:creationId xmlns:a16="http://schemas.microsoft.com/office/drawing/2014/main" id="{24342F78-421F-0744-8552-E695366991E8}"/>
              </a:ext>
            </a:extLst>
          </p:cNvPr>
          <p:cNvGrpSpPr/>
          <p:nvPr userDrawn="1"/>
        </p:nvGrpSpPr>
        <p:grpSpPr>
          <a:xfrm>
            <a:off x="1764675" y="4606796"/>
            <a:ext cx="2211767" cy="605405"/>
            <a:chOff x="1073297" y="6784950"/>
            <a:chExt cx="4423150" cy="908108"/>
          </a:xfrm>
        </p:grpSpPr>
        <p:sp>
          <p:nvSpPr>
            <p:cNvPr id="47" name="正方形/長方形 15">
              <a:extLst>
                <a:ext uri="{FF2B5EF4-FFF2-40B4-BE49-F238E27FC236}">
                  <a16:creationId xmlns:a16="http://schemas.microsoft.com/office/drawing/2014/main" id="{4603A253-6AB0-F04C-86C0-9829AD24C444}"/>
                </a:ext>
              </a:extLst>
            </p:cNvPr>
            <p:cNvSpPr/>
            <p:nvPr userDrawn="1"/>
          </p:nvSpPr>
          <p:spPr>
            <a:xfrm>
              <a:off x="1527352" y="6784952"/>
              <a:ext cx="3550036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8" name="円/楕円 16">
              <a:extLst>
                <a:ext uri="{FF2B5EF4-FFF2-40B4-BE49-F238E27FC236}">
                  <a16:creationId xmlns:a16="http://schemas.microsoft.com/office/drawing/2014/main" id="{1BD6498B-3689-3D42-9C8C-CF59A31B03D0}"/>
                </a:ext>
              </a:extLst>
            </p:cNvPr>
            <p:cNvSpPr/>
            <p:nvPr userDrawn="1"/>
          </p:nvSpPr>
          <p:spPr>
            <a:xfrm>
              <a:off x="4588342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9" name="円/楕円 17">
              <a:extLst>
                <a:ext uri="{FF2B5EF4-FFF2-40B4-BE49-F238E27FC236}">
                  <a16:creationId xmlns:a16="http://schemas.microsoft.com/office/drawing/2014/main" id="{5CCADEF0-BD7B-BC43-B26E-12CCA0772811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51" name="円/楕円 18">
            <a:extLst>
              <a:ext uri="{FF2B5EF4-FFF2-40B4-BE49-F238E27FC236}">
                <a16:creationId xmlns:a16="http://schemas.microsoft.com/office/drawing/2014/main" id="{149C8A41-4871-7041-A237-B541E7646935}"/>
              </a:ext>
            </a:extLst>
          </p:cNvPr>
          <p:cNvSpPr/>
          <p:nvPr userDrawn="1"/>
        </p:nvSpPr>
        <p:spPr>
          <a:xfrm>
            <a:off x="1799258" y="3553981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solidFill>
                  <a:srgbClr val="003798"/>
                </a:solidFill>
                <a:latin typeface="+mj-lt"/>
              </a:rPr>
              <a:t>2</a:t>
            </a:r>
            <a:endParaRPr kumimoji="1" lang="ja-JP" altLang="en-US" sz="2133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52" name="テキスト プレースホルダー 6">
            <a:extLst>
              <a:ext uri="{FF2B5EF4-FFF2-40B4-BE49-F238E27FC236}">
                <a16:creationId xmlns:a16="http://schemas.microsoft.com/office/drawing/2014/main" id="{10B73FC6-7978-C645-A2E8-08FC4832C9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67956" y="5279813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3" name="正方形/長方形 66">
            <a:extLst>
              <a:ext uri="{FF2B5EF4-FFF2-40B4-BE49-F238E27FC236}">
                <a16:creationId xmlns:a16="http://schemas.microsoft.com/office/drawing/2014/main" id="{AA93C12A-9882-E34C-B4D8-C570AB39FE37}"/>
              </a:ext>
            </a:extLst>
          </p:cNvPr>
          <p:cNvSpPr/>
          <p:nvPr userDrawn="1"/>
        </p:nvSpPr>
        <p:spPr>
          <a:xfrm rot="5400000">
            <a:off x="2692124" y="3092773"/>
            <a:ext cx="1152000" cy="36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grpSp>
        <p:nvGrpSpPr>
          <p:cNvPr id="54" name="グループ化 14">
            <a:extLst>
              <a:ext uri="{FF2B5EF4-FFF2-40B4-BE49-F238E27FC236}">
                <a16:creationId xmlns:a16="http://schemas.microsoft.com/office/drawing/2014/main" id="{C64DB26E-20B2-E044-AC13-92F15DBA8892}"/>
              </a:ext>
            </a:extLst>
          </p:cNvPr>
          <p:cNvGrpSpPr/>
          <p:nvPr userDrawn="1"/>
        </p:nvGrpSpPr>
        <p:grpSpPr>
          <a:xfrm>
            <a:off x="3069770" y="2267508"/>
            <a:ext cx="2491771" cy="605405"/>
            <a:chOff x="1073297" y="6784950"/>
            <a:chExt cx="4983109" cy="908108"/>
          </a:xfrm>
        </p:grpSpPr>
        <p:sp>
          <p:nvSpPr>
            <p:cNvPr id="55" name="正方形/長方形 15">
              <a:extLst>
                <a:ext uri="{FF2B5EF4-FFF2-40B4-BE49-F238E27FC236}">
                  <a16:creationId xmlns:a16="http://schemas.microsoft.com/office/drawing/2014/main" id="{BDA91F40-F7D5-6145-A958-86D14074F30C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円/楕円 16">
              <a:extLst>
                <a:ext uri="{FF2B5EF4-FFF2-40B4-BE49-F238E27FC236}">
                  <a16:creationId xmlns:a16="http://schemas.microsoft.com/office/drawing/2014/main" id="{1E960C6C-574D-C54D-891F-31E16443AA8E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7" name="円/楕円 17">
              <a:extLst>
                <a:ext uri="{FF2B5EF4-FFF2-40B4-BE49-F238E27FC236}">
                  <a16:creationId xmlns:a16="http://schemas.microsoft.com/office/drawing/2014/main" id="{0DDB28D4-FB0B-F545-BCC1-802A767146A0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59" name="円/楕円 18">
            <a:extLst>
              <a:ext uri="{FF2B5EF4-FFF2-40B4-BE49-F238E27FC236}">
                <a16:creationId xmlns:a16="http://schemas.microsoft.com/office/drawing/2014/main" id="{7347B615-4EDC-C943-8BD0-A8A68F580DCC}"/>
              </a:ext>
            </a:extLst>
          </p:cNvPr>
          <p:cNvSpPr/>
          <p:nvPr userDrawn="1"/>
        </p:nvSpPr>
        <p:spPr>
          <a:xfrm>
            <a:off x="3104353" y="3553981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solidFill>
                  <a:srgbClr val="003798"/>
                </a:solidFill>
                <a:latin typeface="+mj-lt"/>
              </a:rPr>
              <a:t>3</a:t>
            </a:r>
            <a:endParaRPr kumimoji="1" lang="ja-JP" altLang="en-US" sz="2133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60" name="テキスト プレースホルダー 6">
            <a:extLst>
              <a:ext uri="{FF2B5EF4-FFF2-40B4-BE49-F238E27FC236}">
                <a16:creationId xmlns:a16="http://schemas.microsoft.com/office/drawing/2014/main" id="{E52A0374-2DA0-5348-90C5-D8EDF42AD18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60937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1" name="正方形/長方形 66">
            <a:extLst>
              <a:ext uri="{FF2B5EF4-FFF2-40B4-BE49-F238E27FC236}">
                <a16:creationId xmlns:a16="http://schemas.microsoft.com/office/drawing/2014/main" id="{5525CD93-5FFF-F24F-9F1E-7DD491851DD4}"/>
              </a:ext>
            </a:extLst>
          </p:cNvPr>
          <p:cNvSpPr/>
          <p:nvPr userDrawn="1"/>
        </p:nvSpPr>
        <p:spPr>
          <a:xfrm rot="5400000">
            <a:off x="5457094" y="3092773"/>
            <a:ext cx="1152000" cy="36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grpSp>
        <p:nvGrpSpPr>
          <p:cNvPr id="62" name="グループ化 14">
            <a:extLst>
              <a:ext uri="{FF2B5EF4-FFF2-40B4-BE49-F238E27FC236}">
                <a16:creationId xmlns:a16="http://schemas.microsoft.com/office/drawing/2014/main" id="{B1918D87-BE48-5F4B-9B0D-6AF26FDE80DF}"/>
              </a:ext>
            </a:extLst>
          </p:cNvPr>
          <p:cNvGrpSpPr/>
          <p:nvPr userDrawn="1"/>
        </p:nvGrpSpPr>
        <p:grpSpPr>
          <a:xfrm>
            <a:off x="5834740" y="2267508"/>
            <a:ext cx="2491771" cy="605405"/>
            <a:chOff x="1073297" y="6784950"/>
            <a:chExt cx="4983109" cy="908108"/>
          </a:xfrm>
        </p:grpSpPr>
        <p:sp>
          <p:nvSpPr>
            <p:cNvPr id="63" name="正方形/長方形 15">
              <a:extLst>
                <a:ext uri="{FF2B5EF4-FFF2-40B4-BE49-F238E27FC236}">
                  <a16:creationId xmlns:a16="http://schemas.microsoft.com/office/drawing/2014/main" id="{EFC943B3-7240-9740-B7C3-D2543E3A321B}"/>
                </a:ext>
              </a:extLst>
            </p:cNvPr>
            <p:cNvSpPr/>
            <p:nvPr userDrawn="1"/>
          </p:nvSpPr>
          <p:spPr>
            <a:xfrm>
              <a:off x="1527352" y="6784952"/>
              <a:ext cx="4096372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64" name="円/楕円 16">
              <a:extLst>
                <a:ext uri="{FF2B5EF4-FFF2-40B4-BE49-F238E27FC236}">
                  <a16:creationId xmlns:a16="http://schemas.microsoft.com/office/drawing/2014/main" id="{73B66103-3C84-6342-BAFA-4D0194413389}"/>
                </a:ext>
              </a:extLst>
            </p:cNvPr>
            <p:cNvSpPr/>
            <p:nvPr userDrawn="1"/>
          </p:nvSpPr>
          <p:spPr>
            <a:xfrm>
              <a:off x="5148301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65" name="円/楕円 17">
              <a:extLst>
                <a:ext uri="{FF2B5EF4-FFF2-40B4-BE49-F238E27FC236}">
                  <a16:creationId xmlns:a16="http://schemas.microsoft.com/office/drawing/2014/main" id="{AB6FE4A1-18A8-5949-AFFB-DDDE9572779A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67" name="円/楕円 18">
            <a:extLst>
              <a:ext uri="{FF2B5EF4-FFF2-40B4-BE49-F238E27FC236}">
                <a16:creationId xmlns:a16="http://schemas.microsoft.com/office/drawing/2014/main" id="{4507CB8F-1951-4447-BA2F-1A40D26E0911}"/>
              </a:ext>
            </a:extLst>
          </p:cNvPr>
          <p:cNvSpPr/>
          <p:nvPr userDrawn="1"/>
        </p:nvSpPr>
        <p:spPr>
          <a:xfrm>
            <a:off x="5869323" y="3553981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solidFill>
                  <a:srgbClr val="003798"/>
                </a:solidFill>
                <a:latin typeface="+mj-lt"/>
              </a:rPr>
              <a:t>5</a:t>
            </a:r>
            <a:endParaRPr kumimoji="1" lang="ja-JP" altLang="en-US" sz="2133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68" name="テキスト プレースホルダー 6">
            <a:extLst>
              <a:ext uri="{FF2B5EF4-FFF2-40B4-BE49-F238E27FC236}">
                <a16:creationId xmlns:a16="http://schemas.microsoft.com/office/drawing/2014/main" id="{E550E4B4-7EFB-5D43-97BD-878A5520D2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25907" y="2940529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9" name="正方形/長方形 66">
            <a:extLst>
              <a:ext uri="{FF2B5EF4-FFF2-40B4-BE49-F238E27FC236}">
                <a16:creationId xmlns:a16="http://schemas.microsoft.com/office/drawing/2014/main" id="{380DB26A-125A-4E44-B7A0-1D6E928F6A00}"/>
              </a:ext>
            </a:extLst>
          </p:cNvPr>
          <p:cNvSpPr/>
          <p:nvPr userDrawn="1"/>
        </p:nvSpPr>
        <p:spPr>
          <a:xfrm rot="5400000">
            <a:off x="4041949" y="4406599"/>
            <a:ext cx="1152001" cy="36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grpSp>
        <p:nvGrpSpPr>
          <p:cNvPr id="70" name="グループ化 14">
            <a:extLst>
              <a:ext uri="{FF2B5EF4-FFF2-40B4-BE49-F238E27FC236}">
                <a16:creationId xmlns:a16="http://schemas.microsoft.com/office/drawing/2014/main" id="{937E18B9-FE18-9F4B-869B-8607B134722E}"/>
              </a:ext>
            </a:extLst>
          </p:cNvPr>
          <p:cNvGrpSpPr/>
          <p:nvPr userDrawn="1"/>
        </p:nvGrpSpPr>
        <p:grpSpPr>
          <a:xfrm>
            <a:off x="4419595" y="4606796"/>
            <a:ext cx="2211767" cy="605405"/>
            <a:chOff x="1073297" y="6784950"/>
            <a:chExt cx="4423150" cy="908108"/>
          </a:xfrm>
        </p:grpSpPr>
        <p:sp>
          <p:nvSpPr>
            <p:cNvPr id="71" name="正方形/長方形 15">
              <a:extLst>
                <a:ext uri="{FF2B5EF4-FFF2-40B4-BE49-F238E27FC236}">
                  <a16:creationId xmlns:a16="http://schemas.microsoft.com/office/drawing/2014/main" id="{C0443054-E422-594B-8587-F0B9932E1736}"/>
                </a:ext>
              </a:extLst>
            </p:cNvPr>
            <p:cNvSpPr/>
            <p:nvPr userDrawn="1"/>
          </p:nvSpPr>
          <p:spPr>
            <a:xfrm>
              <a:off x="1527352" y="6784952"/>
              <a:ext cx="3550036" cy="90810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72" name="円/楕円 16">
              <a:extLst>
                <a:ext uri="{FF2B5EF4-FFF2-40B4-BE49-F238E27FC236}">
                  <a16:creationId xmlns:a16="http://schemas.microsoft.com/office/drawing/2014/main" id="{C42E09A3-ED7B-D742-8454-E89E57C00D0B}"/>
                </a:ext>
              </a:extLst>
            </p:cNvPr>
            <p:cNvSpPr/>
            <p:nvPr userDrawn="1"/>
          </p:nvSpPr>
          <p:spPr>
            <a:xfrm>
              <a:off x="4588342" y="6784952"/>
              <a:ext cx="908105" cy="908106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73" name="円/楕円 17">
              <a:extLst>
                <a:ext uri="{FF2B5EF4-FFF2-40B4-BE49-F238E27FC236}">
                  <a16:creationId xmlns:a16="http://schemas.microsoft.com/office/drawing/2014/main" id="{CB0BF4D5-3A7B-0149-B2F2-2C2655DB29D9}"/>
                </a:ext>
              </a:extLst>
            </p:cNvPr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rgbClr val="D6D6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75" name="円/楕円 18">
            <a:extLst>
              <a:ext uri="{FF2B5EF4-FFF2-40B4-BE49-F238E27FC236}">
                <a16:creationId xmlns:a16="http://schemas.microsoft.com/office/drawing/2014/main" id="{2033B1D4-D5CF-2845-8735-E93D790EC466}"/>
              </a:ext>
            </a:extLst>
          </p:cNvPr>
          <p:cNvSpPr/>
          <p:nvPr userDrawn="1"/>
        </p:nvSpPr>
        <p:spPr>
          <a:xfrm>
            <a:off x="4454178" y="3553981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133" b="0" i="0" dirty="0">
                <a:solidFill>
                  <a:srgbClr val="003798"/>
                </a:solidFill>
                <a:latin typeface="+mj-lt"/>
              </a:rPr>
              <a:t>4</a:t>
            </a:r>
            <a:endParaRPr kumimoji="1" lang="ja-JP" altLang="en-US" sz="2133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76" name="テキスト プレースホルダー 6">
            <a:extLst>
              <a:ext uri="{FF2B5EF4-FFF2-40B4-BE49-F238E27FC236}">
                <a16:creationId xmlns:a16="http://schemas.microsoft.com/office/drawing/2014/main" id="{6F77D1E2-13FA-6D4F-B79E-D2F359120A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14345" y="5279813"/>
            <a:ext cx="2084616" cy="908075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7" name="テキスト プレースホルダー 6">
            <a:extLst>
              <a:ext uri="{FF2B5EF4-FFF2-40B4-BE49-F238E27FC236}">
                <a16:creationId xmlns:a16="http://schemas.microsoft.com/office/drawing/2014/main" id="{ED42A0ED-6E70-B440-9280-3FEA56B1A5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5968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8" name="テキスト プレースホルダー 6">
            <a:extLst>
              <a:ext uri="{FF2B5EF4-FFF2-40B4-BE49-F238E27FC236}">
                <a16:creationId xmlns:a16="http://schemas.microsoft.com/office/drawing/2014/main" id="{ABAF0140-3431-6646-93F8-5155D1351CC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67956" y="4669899"/>
            <a:ext cx="2084368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81" name="テキスト プレースホルダー 6">
            <a:extLst>
              <a:ext uri="{FF2B5EF4-FFF2-40B4-BE49-F238E27FC236}">
                <a16:creationId xmlns:a16="http://schemas.microsoft.com/office/drawing/2014/main" id="{F7AB65E1-2F3B-C042-8621-D5E482A012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60937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82" name="テキスト プレースホルダー 6">
            <a:extLst>
              <a:ext uri="{FF2B5EF4-FFF2-40B4-BE49-F238E27FC236}">
                <a16:creationId xmlns:a16="http://schemas.microsoft.com/office/drawing/2014/main" id="{3CC75E06-CC80-E24F-B5D1-16A0F19E45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25907" y="2314237"/>
            <a:ext cx="1894880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83" name="テキスト プレースホルダー 6">
            <a:extLst>
              <a:ext uri="{FF2B5EF4-FFF2-40B4-BE49-F238E27FC236}">
                <a16:creationId xmlns:a16="http://schemas.microsoft.com/office/drawing/2014/main" id="{CF569B5B-F303-D443-8891-E64B6BFA63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14345" y="4669899"/>
            <a:ext cx="2084368" cy="480053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6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pic>
        <p:nvPicPr>
          <p:cNvPr id="84" name="Grafik 83">
            <a:extLst>
              <a:ext uri="{FF2B5EF4-FFF2-40B4-BE49-F238E27FC236}">
                <a16:creationId xmlns:a16="http://schemas.microsoft.com/office/drawing/2014/main" id="{EFEAD9E4-9132-A241-94E7-09F821AED5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724681174"/>
      </p:ext>
    </p:extLst>
  </p:cSld>
  <p:clrMapOvr>
    <a:masterClrMapping/>
  </p:clrMapOvr>
  <p:transition>
    <p:wipe dir="d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5F60119D-57B6-D740-A858-3A528A55E4C4}"/>
              </a:ext>
            </a:extLst>
          </p:cNvPr>
          <p:cNvSpPr/>
          <p:nvPr userDrawn="1"/>
        </p:nvSpPr>
        <p:spPr bwMode="auto">
          <a:xfrm>
            <a:off x="0" y="168087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AC9282-E488-0945-9F50-A912C50E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76F5EE8C-73DD-464B-80F7-0915CBF4EA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3872688"/>
            <a:ext cx="1988988" cy="495389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AF92E52B-B0A1-554D-A1A3-83CA295D9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正方形/長方形 23">
            <a:extLst>
              <a:ext uri="{FF2B5EF4-FFF2-40B4-BE49-F238E27FC236}">
                <a16:creationId xmlns:a16="http://schemas.microsoft.com/office/drawing/2014/main" id="{1775E970-8448-2F46-8DBC-DB2155C09D8B}"/>
              </a:ext>
            </a:extLst>
          </p:cNvPr>
          <p:cNvSpPr/>
          <p:nvPr userDrawn="1"/>
        </p:nvSpPr>
        <p:spPr>
          <a:xfrm>
            <a:off x="636532" y="4836228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8" name="テキスト プレースホルダー 6">
            <a:extLst>
              <a:ext uri="{FF2B5EF4-FFF2-40B4-BE49-F238E27FC236}">
                <a16:creationId xmlns:a16="http://schemas.microsoft.com/office/drawing/2014/main" id="{F724DDD4-343F-4246-8924-38C6FF4E07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3872688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ED1364AF-1CE7-924D-A40C-01A224979E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4902221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0" name="正方形/長方形 26">
            <a:extLst>
              <a:ext uri="{FF2B5EF4-FFF2-40B4-BE49-F238E27FC236}">
                <a16:creationId xmlns:a16="http://schemas.microsoft.com/office/drawing/2014/main" id="{684777EA-684F-A842-9DDB-8E96C652FE34}"/>
              </a:ext>
            </a:extLst>
          </p:cNvPr>
          <p:cNvSpPr/>
          <p:nvPr userDrawn="1"/>
        </p:nvSpPr>
        <p:spPr>
          <a:xfrm>
            <a:off x="2719204" y="483466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ADE9028B-8836-E44B-AAB8-6279D9E02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3874252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EB3A9B7E-B243-8F40-ACF8-0FB069B452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正方形/長方形 29">
            <a:extLst>
              <a:ext uri="{FF2B5EF4-FFF2-40B4-BE49-F238E27FC236}">
                <a16:creationId xmlns:a16="http://schemas.microsoft.com/office/drawing/2014/main" id="{24E62163-301F-4840-BB78-8E05C56946EF}"/>
              </a:ext>
            </a:extLst>
          </p:cNvPr>
          <p:cNvSpPr/>
          <p:nvPr userDrawn="1"/>
        </p:nvSpPr>
        <p:spPr>
          <a:xfrm>
            <a:off x="4801877" y="4836228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4" name="テキスト プレースホルダー 6">
            <a:extLst>
              <a:ext uri="{FF2B5EF4-FFF2-40B4-BE49-F238E27FC236}">
                <a16:creationId xmlns:a16="http://schemas.microsoft.com/office/drawing/2014/main" id="{8B21CE3C-5F52-2045-915E-D77C162CFB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3874252"/>
            <a:ext cx="2006630" cy="493825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A2A44982-E283-314B-AD2A-86A473CAB7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4903784"/>
            <a:ext cx="1858000" cy="1095641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6" name="正方形/長方形 32">
            <a:extLst>
              <a:ext uri="{FF2B5EF4-FFF2-40B4-BE49-F238E27FC236}">
                <a16:creationId xmlns:a16="http://schemas.microsoft.com/office/drawing/2014/main" id="{CA1FDE57-B57F-514D-B532-01252D3AECDF}"/>
              </a:ext>
            </a:extLst>
          </p:cNvPr>
          <p:cNvSpPr/>
          <p:nvPr userDrawn="1"/>
        </p:nvSpPr>
        <p:spPr>
          <a:xfrm>
            <a:off x="6884544" y="4836228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7" name="テキスト プレースホルダー 6">
            <a:extLst>
              <a:ext uri="{FF2B5EF4-FFF2-40B4-BE49-F238E27FC236}">
                <a16:creationId xmlns:a16="http://schemas.microsoft.com/office/drawing/2014/main" id="{D67297EC-1683-6B43-8340-A47A2A5B2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8" name="テキスト プレースホルダー 6">
            <a:extLst>
              <a:ext uri="{FF2B5EF4-FFF2-40B4-BE49-F238E27FC236}">
                <a16:creationId xmlns:a16="http://schemas.microsoft.com/office/drawing/2014/main" id="{CB9360BC-72F3-5D49-9692-474092C007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4412961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9" name="テキスト プレースホルダー 6">
            <a:extLst>
              <a:ext uri="{FF2B5EF4-FFF2-40B4-BE49-F238E27FC236}">
                <a16:creationId xmlns:a16="http://schemas.microsoft.com/office/drawing/2014/main" id="{05286A62-4213-3F48-AF60-A0303074FF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0" name="テキスト プレースホルダー 6">
            <a:extLst>
              <a:ext uri="{FF2B5EF4-FFF2-40B4-BE49-F238E27FC236}">
                <a16:creationId xmlns:a16="http://schemas.microsoft.com/office/drawing/2014/main" id="{24185328-2F83-364A-9004-E38F9C4D992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4414524"/>
            <a:ext cx="1858000" cy="382624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5" name="円/楕円 9">
            <a:extLst>
              <a:ext uri="{FF2B5EF4-FFF2-40B4-BE49-F238E27FC236}">
                <a16:creationId xmlns:a16="http://schemas.microsoft.com/office/drawing/2014/main" id="{F4D1284A-ACB6-114E-B3F6-01615A1D53FB}"/>
              </a:ext>
            </a:extLst>
          </p:cNvPr>
          <p:cNvSpPr/>
          <p:nvPr userDrawn="1"/>
        </p:nvSpPr>
        <p:spPr>
          <a:xfrm>
            <a:off x="567374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6" name="円/楕円 10">
            <a:extLst>
              <a:ext uri="{FF2B5EF4-FFF2-40B4-BE49-F238E27FC236}">
                <a16:creationId xmlns:a16="http://schemas.microsoft.com/office/drawing/2014/main" id="{364FDC75-DA3B-2A4A-BB32-C3665AFA7831}"/>
              </a:ext>
            </a:extLst>
          </p:cNvPr>
          <p:cNvSpPr/>
          <p:nvPr userDrawn="1"/>
        </p:nvSpPr>
        <p:spPr>
          <a:xfrm>
            <a:off x="485424" y="1938316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7" name="図プレースホルダー 5">
            <a:extLst>
              <a:ext uri="{FF2B5EF4-FFF2-40B4-BE49-F238E27FC236}">
                <a16:creationId xmlns:a16="http://schemas.microsoft.com/office/drawing/2014/main" id="{F68860BD-4A56-7842-96B0-974FF200D9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330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38" name="円/楕円 12">
            <a:extLst>
              <a:ext uri="{FF2B5EF4-FFF2-40B4-BE49-F238E27FC236}">
                <a16:creationId xmlns:a16="http://schemas.microsoft.com/office/drawing/2014/main" id="{C4EB22AC-7EAE-9848-ACD0-5B11AD285A32}"/>
              </a:ext>
            </a:extLst>
          </p:cNvPr>
          <p:cNvSpPr/>
          <p:nvPr userDrawn="1"/>
        </p:nvSpPr>
        <p:spPr>
          <a:xfrm>
            <a:off x="2646056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39" name="円/楕円 13">
            <a:extLst>
              <a:ext uri="{FF2B5EF4-FFF2-40B4-BE49-F238E27FC236}">
                <a16:creationId xmlns:a16="http://schemas.microsoft.com/office/drawing/2014/main" id="{2DFD4C10-96EB-6F47-BD18-0B3530337559}"/>
              </a:ext>
            </a:extLst>
          </p:cNvPr>
          <p:cNvSpPr/>
          <p:nvPr userDrawn="1"/>
        </p:nvSpPr>
        <p:spPr>
          <a:xfrm>
            <a:off x="2564106" y="1938316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0" name="図プレースホルダー 5">
            <a:extLst>
              <a:ext uri="{FF2B5EF4-FFF2-40B4-BE49-F238E27FC236}">
                <a16:creationId xmlns:a16="http://schemas.microsoft.com/office/drawing/2014/main" id="{70B1EDAE-5788-FF4D-A361-C33A37FA8A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3198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41" name="円/楕円 15">
            <a:extLst>
              <a:ext uri="{FF2B5EF4-FFF2-40B4-BE49-F238E27FC236}">
                <a16:creationId xmlns:a16="http://schemas.microsoft.com/office/drawing/2014/main" id="{9080D8F3-3BC9-9243-8C05-EA7D333F5BA5}"/>
              </a:ext>
            </a:extLst>
          </p:cNvPr>
          <p:cNvSpPr/>
          <p:nvPr userDrawn="1"/>
        </p:nvSpPr>
        <p:spPr>
          <a:xfrm>
            <a:off x="4724738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2" name="円/楕円 16">
            <a:extLst>
              <a:ext uri="{FF2B5EF4-FFF2-40B4-BE49-F238E27FC236}">
                <a16:creationId xmlns:a16="http://schemas.microsoft.com/office/drawing/2014/main" id="{921B92C5-DF08-5848-B593-24D7C7F618F7}"/>
              </a:ext>
            </a:extLst>
          </p:cNvPr>
          <p:cNvSpPr/>
          <p:nvPr userDrawn="1"/>
        </p:nvSpPr>
        <p:spPr>
          <a:xfrm>
            <a:off x="4642788" y="1938316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3" name="図プレースホルダー 5">
            <a:extLst>
              <a:ext uri="{FF2B5EF4-FFF2-40B4-BE49-F238E27FC236}">
                <a16:creationId xmlns:a16="http://schemas.microsoft.com/office/drawing/2014/main" id="{1AD46F28-08A3-8F4A-A3E1-C015EBA7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10669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44" name="円/楕円 18">
            <a:extLst>
              <a:ext uri="{FF2B5EF4-FFF2-40B4-BE49-F238E27FC236}">
                <a16:creationId xmlns:a16="http://schemas.microsoft.com/office/drawing/2014/main" id="{AA0DB62A-C172-4F47-B728-0FB943AA6780}"/>
              </a:ext>
            </a:extLst>
          </p:cNvPr>
          <p:cNvSpPr/>
          <p:nvPr userDrawn="1"/>
        </p:nvSpPr>
        <p:spPr>
          <a:xfrm>
            <a:off x="6803420" y="2021080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5" name="円/楕円 19">
            <a:extLst>
              <a:ext uri="{FF2B5EF4-FFF2-40B4-BE49-F238E27FC236}">
                <a16:creationId xmlns:a16="http://schemas.microsoft.com/office/drawing/2014/main" id="{09E2AF92-D802-B14B-8393-5F12345FC080}"/>
              </a:ext>
            </a:extLst>
          </p:cNvPr>
          <p:cNvSpPr/>
          <p:nvPr userDrawn="1"/>
        </p:nvSpPr>
        <p:spPr>
          <a:xfrm>
            <a:off x="6721470" y="1938316"/>
            <a:ext cx="1800000" cy="1800000"/>
          </a:xfrm>
          <a:prstGeom prst="ellipse">
            <a:avLst/>
          </a:prstGeom>
          <a:solidFill>
            <a:srgbClr val="003798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6" name="図プレースホルダー 5">
            <a:extLst>
              <a:ext uri="{FF2B5EF4-FFF2-40B4-BE49-F238E27FC236}">
                <a16:creationId xmlns:a16="http://schemas.microsoft.com/office/drawing/2014/main" id="{E542EB79-8B57-6047-B90F-80B0AB8ED79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789352" y="1992948"/>
            <a:ext cx="1800000" cy="1800000"/>
          </a:xfrm>
          <a:prstGeom prst="ellipse">
            <a:avLst/>
          </a:prstGeom>
          <a:solidFill>
            <a:schemeClr val="bg1"/>
          </a:solidFill>
          <a:ln w="53975" cmpd="sng"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D0E948A2-6725-0245-AFFC-D807A59921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729576054"/>
      </p:ext>
    </p:extLst>
  </p:cSld>
  <p:clrMapOvr>
    <a:masterClrMapping/>
  </p:clrMapOvr>
  <p:transition>
    <p:wipe dir="d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7AF4D8AF-2DED-B549-AB86-D772A794CC1B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39B70C-B30C-4248-99AE-B0A682F6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正方形/長方形 9">
            <a:extLst>
              <a:ext uri="{FF2B5EF4-FFF2-40B4-BE49-F238E27FC236}">
                <a16:creationId xmlns:a16="http://schemas.microsoft.com/office/drawing/2014/main" id="{1BD15A6F-71B9-144A-8A4B-F46A0559BFFD}"/>
              </a:ext>
            </a:extLst>
          </p:cNvPr>
          <p:cNvSpPr/>
          <p:nvPr userDrawn="1"/>
        </p:nvSpPr>
        <p:spPr>
          <a:xfrm>
            <a:off x="0" y="3689249"/>
            <a:ext cx="9144000" cy="9071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正方形/長方形 10">
            <a:extLst>
              <a:ext uri="{FF2B5EF4-FFF2-40B4-BE49-F238E27FC236}">
                <a16:creationId xmlns:a16="http://schemas.microsoft.com/office/drawing/2014/main" id="{9026A5D0-C8A9-7B40-AFB6-8D485AD03EA7}"/>
              </a:ext>
            </a:extLst>
          </p:cNvPr>
          <p:cNvSpPr/>
          <p:nvPr userDrawn="1"/>
        </p:nvSpPr>
        <p:spPr>
          <a:xfrm>
            <a:off x="3254" y="3689249"/>
            <a:ext cx="1436092" cy="907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正方形/長方形 11">
            <a:extLst>
              <a:ext uri="{FF2B5EF4-FFF2-40B4-BE49-F238E27FC236}">
                <a16:creationId xmlns:a16="http://schemas.microsoft.com/office/drawing/2014/main" id="{A297535D-6C84-2947-A350-B6E466477908}"/>
              </a:ext>
            </a:extLst>
          </p:cNvPr>
          <p:cNvSpPr/>
          <p:nvPr userDrawn="1"/>
        </p:nvSpPr>
        <p:spPr>
          <a:xfrm>
            <a:off x="7720141" y="3689249"/>
            <a:ext cx="1423865" cy="9071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" name="正方形/長方形 12">
            <a:extLst>
              <a:ext uri="{FF2B5EF4-FFF2-40B4-BE49-F238E27FC236}">
                <a16:creationId xmlns:a16="http://schemas.microsoft.com/office/drawing/2014/main" id="{7283E29D-B3D3-CB4B-8CA2-77A0DA81BD88}"/>
              </a:ext>
            </a:extLst>
          </p:cNvPr>
          <p:cNvSpPr/>
          <p:nvPr userDrawn="1"/>
        </p:nvSpPr>
        <p:spPr>
          <a:xfrm>
            <a:off x="5645992" y="3689249"/>
            <a:ext cx="2080665" cy="90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正方形/長方形 13">
            <a:extLst>
              <a:ext uri="{FF2B5EF4-FFF2-40B4-BE49-F238E27FC236}">
                <a16:creationId xmlns:a16="http://schemas.microsoft.com/office/drawing/2014/main" id="{7F527383-F955-AB41-A092-F087E33CACB7}"/>
              </a:ext>
            </a:extLst>
          </p:cNvPr>
          <p:cNvSpPr/>
          <p:nvPr userDrawn="1"/>
        </p:nvSpPr>
        <p:spPr>
          <a:xfrm>
            <a:off x="3524243" y="3689249"/>
            <a:ext cx="2080665" cy="9071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正方形/長方形 14">
            <a:extLst>
              <a:ext uri="{FF2B5EF4-FFF2-40B4-BE49-F238E27FC236}">
                <a16:creationId xmlns:a16="http://schemas.microsoft.com/office/drawing/2014/main" id="{9F7B3020-6E13-7649-AD4B-460C0E9907F4}"/>
              </a:ext>
            </a:extLst>
          </p:cNvPr>
          <p:cNvSpPr/>
          <p:nvPr userDrawn="1"/>
        </p:nvSpPr>
        <p:spPr>
          <a:xfrm>
            <a:off x="1443578" y="3689249"/>
            <a:ext cx="2080665" cy="90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円/楕円 15">
            <a:extLst>
              <a:ext uri="{FF2B5EF4-FFF2-40B4-BE49-F238E27FC236}">
                <a16:creationId xmlns:a16="http://schemas.microsoft.com/office/drawing/2014/main" id="{DB7A6A3F-0FA2-3948-8B02-6CA6E5D7430A}"/>
              </a:ext>
            </a:extLst>
          </p:cNvPr>
          <p:cNvSpPr/>
          <p:nvPr userDrawn="1"/>
        </p:nvSpPr>
        <p:spPr>
          <a:xfrm>
            <a:off x="1286932" y="3531405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円/楕円 16">
            <a:extLst>
              <a:ext uri="{FF2B5EF4-FFF2-40B4-BE49-F238E27FC236}">
                <a16:creationId xmlns:a16="http://schemas.microsoft.com/office/drawing/2014/main" id="{05BBA681-6994-BC4D-AE0E-A6D936EDB1B2}"/>
              </a:ext>
            </a:extLst>
          </p:cNvPr>
          <p:cNvSpPr/>
          <p:nvPr userDrawn="1"/>
        </p:nvSpPr>
        <p:spPr>
          <a:xfrm>
            <a:off x="3371825" y="3531405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1" name="円/楕円 17">
            <a:extLst>
              <a:ext uri="{FF2B5EF4-FFF2-40B4-BE49-F238E27FC236}">
                <a16:creationId xmlns:a16="http://schemas.microsoft.com/office/drawing/2014/main" id="{3B4DAD6B-9943-0A42-A6E8-D5C4DFBAB378}"/>
              </a:ext>
            </a:extLst>
          </p:cNvPr>
          <p:cNvSpPr/>
          <p:nvPr userDrawn="1"/>
        </p:nvSpPr>
        <p:spPr>
          <a:xfrm>
            <a:off x="5464706" y="3531405"/>
            <a:ext cx="360000" cy="360000"/>
          </a:xfrm>
          <a:prstGeom prst="ellipse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2" name="円/楕円 18">
            <a:extLst>
              <a:ext uri="{FF2B5EF4-FFF2-40B4-BE49-F238E27FC236}">
                <a16:creationId xmlns:a16="http://schemas.microsoft.com/office/drawing/2014/main" id="{C4967610-7568-9B40-A3FE-987664DDFE3B}"/>
              </a:ext>
            </a:extLst>
          </p:cNvPr>
          <p:cNvSpPr/>
          <p:nvPr userDrawn="1"/>
        </p:nvSpPr>
        <p:spPr>
          <a:xfrm>
            <a:off x="7554945" y="3531405"/>
            <a:ext cx="360000" cy="3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6" name="正方形/長方形 22">
            <a:extLst>
              <a:ext uri="{FF2B5EF4-FFF2-40B4-BE49-F238E27FC236}">
                <a16:creationId xmlns:a16="http://schemas.microsoft.com/office/drawing/2014/main" id="{D5C1F468-3F3D-0643-9A0F-893FAD463A2F}"/>
              </a:ext>
            </a:extLst>
          </p:cNvPr>
          <p:cNvSpPr/>
          <p:nvPr userDrawn="1"/>
        </p:nvSpPr>
        <p:spPr>
          <a:xfrm>
            <a:off x="629190" y="2371456"/>
            <a:ext cx="1620321" cy="4800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EFEFEF"/>
              </a:solidFill>
              <a:latin typeface="+mj-lt"/>
            </a:endParaRPr>
          </a:p>
        </p:txBody>
      </p:sp>
      <p:sp>
        <p:nvSpPr>
          <p:cNvPr id="19" name="正方形/長方形 25">
            <a:extLst>
              <a:ext uri="{FF2B5EF4-FFF2-40B4-BE49-F238E27FC236}">
                <a16:creationId xmlns:a16="http://schemas.microsoft.com/office/drawing/2014/main" id="{CD33C28C-61FF-B74C-9B74-8404B233272C}"/>
              </a:ext>
            </a:extLst>
          </p:cNvPr>
          <p:cNvSpPr/>
          <p:nvPr userDrawn="1"/>
        </p:nvSpPr>
        <p:spPr>
          <a:xfrm>
            <a:off x="2714082" y="5217273"/>
            <a:ext cx="1620321" cy="4800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4" name="正方形/長方形 30">
            <a:extLst>
              <a:ext uri="{FF2B5EF4-FFF2-40B4-BE49-F238E27FC236}">
                <a16:creationId xmlns:a16="http://schemas.microsoft.com/office/drawing/2014/main" id="{4DACBA3F-4877-DE4C-9787-20E869737984}"/>
              </a:ext>
            </a:extLst>
          </p:cNvPr>
          <p:cNvSpPr/>
          <p:nvPr userDrawn="1"/>
        </p:nvSpPr>
        <p:spPr>
          <a:xfrm>
            <a:off x="4806964" y="2356940"/>
            <a:ext cx="1620321" cy="4800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EFEFEF"/>
              </a:solidFill>
              <a:latin typeface="+mj-lt"/>
            </a:endParaRPr>
          </a:p>
        </p:txBody>
      </p:sp>
      <p:sp>
        <p:nvSpPr>
          <p:cNvPr id="27" name="正方形/長方形 33">
            <a:extLst>
              <a:ext uri="{FF2B5EF4-FFF2-40B4-BE49-F238E27FC236}">
                <a16:creationId xmlns:a16="http://schemas.microsoft.com/office/drawing/2014/main" id="{EF4F7849-5D9C-0B4D-BE97-0CFDE8CACAD1}"/>
              </a:ext>
            </a:extLst>
          </p:cNvPr>
          <p:cNvSpPr/>
          <p:nvPr userDrawn="1"/>
        </p:nvSpPr>
        <p:spPr>
          <a:xfrm>
            <a:off x="6909525" y="5217273"/>
            <a:ext cx="1620321" cy="4800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EDB1DEE1-AA1D-E349-983A-E603CE342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32" name="テキスト プレースホルダー 6">
            <a:extLst>
              <a:ext uri="{FF2B5EF4-FFF2-40B4-BE49-F238E27FC236}">
                <a16:creationId xmlns:a16="http://schemas.microsoft.com/office/drawing/2014/main" id="{DEA7FCFA-E855-AC4C-8035-F9DC95F120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3207421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4" name="テキスト プレースホルダー 6">
            <a:extLst>
              <a:ext uri="{FF2B5EF4-FFF2-40B4-BE49-F238E27FC236}">
                <a16:creationId xmlns:a16="http://schemas.microsoft.com/office/drawing/2014/main" id="{F77B600B-A80B-0547-A1F2-6EB76EA59F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178" y="2450008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5" name="テキスト プレースホルダー 6">
            <a:extLst>
              <a:ext uri="{FF2B5EF4-FFF2-40B4-BE49-F238E27FC236}">
                <a16:creationId xmlns:a16="http://schemas.microsoft.com/office/drawing/2014/main" id="{1B860BB7-C478-C449-BCB0-CD88E69C35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178" y="1493622"/>
            <a:ext cx="2274334" cy="823041"/>
          </a:xfrm>
        </p:spPr>
        <p:txBody>
          <a:bodyPr anchor="b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6" name="テキスト プレースホルダー 6">
            <a:extLst>
              <a:ext uri="{FF2B5EF4-FFF2-40B4-BE49-F238E27FC236}">
                <a16:creationId xmlns:a16="http://schemas.microsoft.com/office/drawing/2014/main" id="{159BB412-F778-424D-BD4E-5886BEEAAF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36549" y="3192909"/>
            <a:ext cx="2160000" cy="31568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7" name="テキスト プレースホルダー 6">
            <a:extLst>
              <a:ext uri="{FF2B5EF4-FFF2-40B4-BE49-F238E27FC236}">
                <a16:creationId xmlns:a16="http://schemas.microsoft.com/office/drawing/2014/main" id="{1A102ACA-4EFF-744C-9494-6D3E3FDF0B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9952" y="2435491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8" name="テキスト プレースホルダー 6">
            <a:extLst>
              <a:ext uri="{FF2B5EF4-FFF2-40B4-BE49-F238E27FC236}">
                <a16:creationId xmlns:a16="http://schemas.microsoft.com/office/drawing/2014/main" id="{BC97115D-4597-5448-83BE-55B3051E78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79952" y="1479107"/>
            <a:ext cx="2274334" cy="823041"/>
          </a:xfrm>
        </p:spPr>
        <p:txBody>
          <a:bodyPr anchor="b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9" name="テキスト プレースホルダー 6">
            <a:extLst>
              <a:ext uri="{FF2B5EF4-FFF2-40B4-BE49-F238E27FC236}">
                <a16:creationId xmlns:a16="http://schemas.microsoft.com/office/drawing/2014/main" id="{F30CC060-7AA5-F345-A034-99D5B46064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43668" y="4065620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40" name="テキスト プレースホルダー 6">
            <a:extLst>
              <a:ext uri="{FF2B5EF4-FFF2-40B4-BE49-F238E27FC236}">
                <a16:creationId xmlns:a16="http://schemas.microsoft.com/office/drawing/2014/main" id="{87E53A22-9A6B-414A-B7BF-DB85FFAEF5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87071" y="4498036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1" name="テキスト プレースホルダー 6">
            <a:extLst>
              <a:ext uri="{FF2B5EF4-FFF2-40B4-BE49-F238E27FC236}">
                <a16:creationId xmlns:a16="http://schemas.microsoft.com/office/drawing/2014/main" id="{9002C9B5-3442-5C4B-9D08-EA2AF0281A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87071" y="5336515"/>
            <a:ext cx="2274334" cy="748279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2" name="テキスト プレースホルダー 6">
            <a:extLst>
              <a:ext uri="{FF2B5EF4-FFF2-40B4-BE49-F238E27FC236}">
                <a16:creationId xmlns:a16="http://schemas.microsoft.com/office/drawing/2014/main" id="{8C48D37D-F992-3844-8583-99DFDCC551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9110" y="4065620"/>
            <a:ext cx="2160000" cy="3168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i="0" baseline="0">
                <a:solidFill>
                  <a:srgbClr val="D6D6D6"/>
                </a:solidFill>
                <a:latin typeface="+mj-lt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43" name="テキスト プレースホルダー 6">
            <a:extLst>
              <a:ext uri="{FF2B5EF4-FFF2-40B4-BE49-F238E27FC236}">
                <a16:creationId xmlns:a16="http://schemas.microsoft.com/office/drawing/2014/main" id="{80540DED-FC1C-8C4F-8576-F7B97F1F49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82513" y="4498036"/>
            <a:ext cx="2274334" cy="648000"/>
          </a:xfrm>
        </p:spPr>
        <p:txBody>
          <a:bodyPr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4" name="テキスト プレースホルダー 6">
            <a:extLst>
              <a:ext uri="{FF2B5EF4-FFF2-40B4-BE49-F238E27FC236}">
                <a16:creationId xmlns:a16="http://schemas.microsoft.com/office/drawing/2014/main" id="{28FB5D67-7EA4-F447-A780-EF9ED8BCD9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2513" y="5336515"/>
            <a:ext cx="2274334" cy="748279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9212430"/>
      </p:ext>
    </p:extLst>
  </p:cSld>
  <p:clrMapOvr>
    <a:masterClrMapping/>
  </p:clrMapOvr>
  <p:transition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3145A6D8-5080-6140-9067-3044105C5B24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44CFBE-1581-3D4D-9582-7DE7E88F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正方形/長方形 5">
            <a:extLst>
              <a:ext uri="{FF2B5EF4-FFF2-40B4-BE49-F238E27FC236}">
                <a16:creationId xmlns:a16="http://schemas.microsoft.com/office/drawing/2014/main" id="{6C9EDA8F-FDD1-3849-869D-17D6A529B164}"/>
              </a:ext>
            </a:extLst>
          </p:cNvPr>
          <p:cNvSpPr/>
          <p:nvPr userDrawn="1"/>
        </p:nvSpPr>
        <p:spPr>
          <a:xfrm>
            <a:off x="5" y="1844824"/>
            <a:ext cx="3564993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" name="平行四辺形 11">
            <a:extLst>
              <a:ext uri="{FF2B5EF4-FFF2-40B4-BE49-F238E27FC236}">
                <a16:creationId xmlns:a16="http://schemas.microsoft.com/office/drawing/2014/main" id="{80E22A99-F66F-1441-886B-DA8CDBF3F781}"/>
              </a:ext>
            </a:extLst>
          </p:cNvPr>
          <p:cNvSpPr/>
          <p:nvPr userDrawn="1"/>
        </p:nvSpPr>
        <p:spPr>
          <a:xfrm>
            <a:off x="900083" y="2564908"/>
            <a:ext cx="2664915" cy="368041"/>
          </a:xfrm>
          <a:prstGeom prst="parallelogram">
            <a:avLst>
              <a:gd name="adj" fmla="val 137052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C6AA8498-C253-1C49-9D34-00D7878CCB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1737" y="196484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" name="平行四辺形 21">
            <a:extLst>
              <a:ext uri="{FF2B5EF4-FFF2-40B4-BE49-F238E27FC236}">
                <a16:creationId xmlns:a16="http://schemas.microsoft.com/office/drawing/2014/main" id="{D52A1CA8-2906-0347-B0CB-8DD4913C1335}"/>
              </a:ext>
            </a:extLst>
          </p:cNvPr>
          <p:cNvSpPr/>
          <p:nvPr userDrawn="1"/>
        </p:nvSpPr>
        <p:spPr>
          <a:xfrm>
            <a:off x="1800161" y="3653029"/>
            <a:ext cx="2664915" cy="368041"/>
          </a:xfrm>
          <a:prstGeom prst="parallelogram">
            <a:avLst>
              <a:gd name="adj" fmla="val 13705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平行四辺形 22">
            <a:extLst>
              <a:ext uri="{FF2B5EF4-FFF2-40B4-BE49-F238E27FC236}">
                <a16:creationId xmlns:a16="http://schemas.microsoft.com/office/drawing/2014/main" id="{6CD04B80-95CF-2A42-997C-57DAFB8EF658}"/>
              </a:ext>
            </a:extLst>
          </p:cNvPr>
          <p:cNvSpPr/>
          <p:nvPr userDrawn="1"/>
        </p:nvSpPr>
        <p:spPr>
          <a:xfrm>
            <a:off x="2699341" y="4741149"/>
            <a:ext cx="2664915" cy="368041"/>
          </a:xfrm>
          <a:prstGeom prst="parallelogram">
            <a:avLst>
              <a:gd name="adj" fmla="val 137052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正方形/長方形 8">
            <a:extLst>
              <a:ext uri="{FF2B5EF4-FFF2-40B4-BE49-F238E27FC236}">
                <a16:creationId xmlns:a16="http://schemas.microsoft.com/office/drawing/2014/main" id="{9C0CC488-9191-EF46-AFC2-CE6191F0D2AA}"/>
              </a:ext>
            </a:extLst>
          </p:cNvPr>
          <p:cNvSpPr/>
          <p:nvPr userDrawn="1"/>
        </p:nvSpPr>
        <p:spPr>
          <a:xfrm>
            <a:off x="900083" y="2932945"/>
            <a:ext cx="3564993" cy="7200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正方形/長方形 9">
            <a:extLst>
              <a:ext uri="{FF2B5EF4-FFF2-40B4-BE49-F238E27FC236}">
                <a16:creationId xmlns:a16="http://schemas.microsoft.com/office/drawing/2014/main" id="{AEFB57FD-735D-EE4B-852C-C7E505CF9776}"/>
              </a:ext>
            </a:extLst>
          </p:cNvPr>
          <p:cNvSpPr/>
          <p:nvPr userDrawn="1"/>
        </p:nvSpPr>
        <p:spPr>
          <a:xfrm>
            <a:off x="1800161" y="4021065"/>
            <a:ext cx="3564993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10" name="正方形/長方形 18">
            <a:extLst>
              <a:ext uri="{FF2B5EF4-FFF2-40B4-BE49-F238E27FC236}">
                <a16:creationId xmlns:a16="http://schemas.microsoft.com/office/drawing/2014/main" id="{0B20C872-54DC-E343-AB43-76996D65ED5B}"/>
              </a:ext>
            </a:extLst>
          </p:cNvPr>
          <p:cNvSpPr/>
          <p:nvPr userDrawn="1"/>
        </p:nvSpPr>
        <p:spPr>
          <a:xfrm>
            <a:off x="2699346" y="5109187"/>
            <a:ext cx="3564993" cy="7200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63B7CAA0-E732-CA41-B81C-DE1782CD7E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1110" y="305296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テキスト プレースホルダー 6">
            <a:extLst>
              <a:ext uri="{FF2B5EF4-FFF2-40B4-BE49-F238E27FC236}">
                <a16:creationId xmlns:a16="http://schemas.microsoft.com/office/drawing/2014/main" id="{5A8E119E-F484-C24B-B205-185E37C0A8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11288" y="414108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3333FB8C-3C94-F64F-AECF-338767A010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12271" y="5229200"/>
            <a:ext cx="3264317" cy="480053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4" name="テキスト プレースホルダー 6">
            <a:extLst>
              <a:ext uri="{FF2B5EF4-FFF2-40B4-BE49-F238E27FC236}">
                <a16:creationId xmlns:a16="http://schemas.microsoft.com/office/drawing/2014/main" id="{15EC02E9-536A-7046-8F4F-E0D2409339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3299" y="5047088"/>
            <a:ext cx="2772549" cy="856096"/>
          </a:xfrm>
        </p:spPr>
        <p:txBody>
          <a:bodyPr anchor="ctr">
            <a:norm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0DCE724E-D589-6D47-B9E6-08793DFB8D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2942" y="2866576"/>
            <a:ext cx="2772549" cy="856096"/>
          </a:xfrm>
        </p:spPr>
        <p:txBody>
          <a:bodyPr anchor="ctr">
            <a:norm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0B47F97E-6F92-C743-B652-D5AF9427A2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56421" y="3955193"/>
            <a:ext cx="2772549" cy="856096"/>
          </a:xfrm>
        </p:spPr>
        <p:txBody>
          <a:bodyPr anchor="ctr">
            <a:norm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テキスト プレースホルダー 6">
            <a:extLst>
              <a:ext uri="{FF2B5EF4-FFF2-40B4-BE49-F238E27FC236}">
                <a16:creationId xmlns:a16="http://schemas.microsoft.com/office/drawing/2014/main" id="{C36B6FEF-1991-984A-8FBB-7623748842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18542" y="1811149"/>
            <a:ext cx="2772549" cy="856096"/>
          </a:xfrm>
        </p:spPr>
        <p:txBody>
          <a:bodyPr anchor="ctr">
            <a:norm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36E72EB-76DC-B040-83F5-1C8C0425F6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903562589"/>
      </p:ext>
    </p:extLst>
  </p:cSld>
  <p:clrMapOvr>
    <a:masterClrMapping/>
  </p:clrMapOvr>
  <p:transition>
    <p:wipe dir="d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6BEC754F-F582-7F4C-B2E6-3EED591CEC2A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E4A18D-6D0E-E94C-A269-4E9D56F1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正方形/長方形 24">
            <a:extLst>
              <a:ext uri="{FF2B5EF4-FFF2-40B4-BE49-F238E27FC236}">
                <a16:creationId xmlns:a16="http://schemas.microsoft.com/office/drawing/2014/main" id="{FFB5B9F1-855D-0F4E-9B3F-7673FC2397AE}"/>
              </a:ext>
            </a:extLst>
          </p:cNvPr>
          <p:cNvSpPr/>
          <p:nvPr userDrawn="1"/>
        </p:nvSpPr>
        <p:spPr>
          <a:xfrm>
            <a:off x="-14862" y="5324290"/>
            <a:ext cx="3338805" cy="480289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" name="直角三角形 22">
            <a:extLst>
              <a:ext uri="{FF2B5EF4-FFF2-40B4-BE49-F238E27FC236}">
                <a16:creationId xmlns:a16="http://schemas.microsoft.com/office/drawing/2014/main" id="{39BE0BA1-4359-8948-8DC1-9A952D7B73E7}"/>
              </a:ext>
            </a:extLst>
          </p:cNvPr>
          <p:cNvSpPr/>
          <p:nvPr userDrawn="1"/>
        </p:nvSpPr>
        <p:spPr>
          <a:xfrm rot="10800000">
            <a:off x="2963695" y="4102745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" name="直角三角形 5">
            <a:extLst>
              <a:ext uri="{FF2B5EF4-FFF2-40B4-BE49-F238E27FC236}">
                <a16:creationId xmlns:a16="http://schemas.microsoft.com/office/drawing/2014/main" id="{49962D9A-A494-DF4F-8D4D-352F83FAAEF8}"/>
              </a:ext>
            </a:extLst>
          </p:cNvPr>
          <p:cNvSpPr/>
          <p:nvPr userDrawn="1"/>
        </p:nvSpPr>
        <p:spPr>
          <a:xfrm rot="10800000">
            <a:off x="2963694" y="4102745"/>
            <a:ext cx="2300268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" name="直角三角形 9">
            <a:extLst>
              <a:ext uri="{FF2B5EF4-FFF2-40B4-BE49-F238E27FC236}">
                <a16:creationId xmlns:a16="http://schemas.microsoft.com/office/drawing/2014/main" id="{B729E014-8A15-584E-9DB7-FEFCBE552B98}"/>
              </a:ext>
            </a:extLst>
          </p:cNvPr>
          <p:cNvSpPr/>
          <p:nvPr userDrawn="1"/>
        </p:nvSpPr>
        <p:spPr>
          <a:xfrm rot="10800000">
            <a:off x="4903714" y="2881197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" name="正方形/長方形 12">
            <a:extLst>
              <a:ext uri="{FF2B5EF4-FFF2-40B4-BE49-F238E27FC236}">
                <a16:creationId xmlns:a16="http://schemas.microsoft.com/office/drawing/2014/main" id="{B6FF6C05-DE69-0B4D-B74A-4BCC8C70583C}"/>
              </a:ext>
            </a:extLst>
          </p:cNvPr>
          <p:cNvSpPr/>
          <p:nvPr userDrawn="1"/>
        </p:nvSpPr>
        <p:spPr>
          <a:xfrm>
            <a:off x="4903713" y="2881201"/>
            <a:ext cx="2300268" cy="480289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8" name="直角三角形 13">
            <a:extLst>
              <a:ext uri="{FF2B5EF4-FFF2-40B4-BE49-F238E27FC236}">
                <a16:creationId xmlns:a16="http://schemas.microsoft.com/office/drawing/2014/main" id="{7F2B412A-8503-C644-952F-0A581376A920}"/>
              </a:ext>
            </a:extLst>
          </p:cNvPr>
          <p:cNvSpPr/>
          <p:nvPr userDrawn="1"/>
        </p:nvSpPr>
        <p:spPr>
          <a:xfrm rot="10800000">
            <a:off x="6843733" y="1659653"/>
            <a:ext cx="360248" cy="1701835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9" name="正方形/長方形 16">
            <a:extLst>
              <a:ext uri="{FF2B5EF4-FFF2-40B4-BE49-F238E27FC236}">
                <a16:creationId xmlns:a16="http://schemas.microsoft.com/office/drawing/2014/main" id="{D75EC74C-4A53-704A-8CC6-9ED2B0B39915}"/>
              </a:ext>
            </a:extLst>
          </p:cNvPr>
          <p:cNvSpPr/>
          <p:nvPr userDrawn="1"/>
        </p:nvSpPr>
        <p:spPr>
          <a:xfrm>
            <a:off x="6843738" y="1659657"/>
            <a:ext cx="2300267" cy="480289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4B26B12C-44FD-7046-A400-0A58B07E35B6}"/>
              </a:ext>
            </a:extLst>
          </p:cNvPr>
          <p:cNvSpPr txBox="1"/>
          <p:nvPr userDrawn="1"/>
        </p:nvSpPr>
        <p:spPr>
          <a:xfrm>
            <a:off x="5383867" y="3361492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rgbClr val="E6E6E6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8000" b="0" i="0" dirty="0">
              <a:solidFill>
                <a:srgbClr val="E6E6E6"/>
              </a:solidFill>
              <a:latin typeface="+mj-lt"/>
              <a:cs typeface="Open Sans Light" panose="020B0306030504020204" pitchFamily="34" charset="0"/>
            </a:endParaRPr>
          </a:p>
        </p:txBody>
      </p:sp>
      <p:sp>
        <p:nvSpPr>
          <p:cNvPr id="11" name="テキスト ボックス 21">
            <a:extLst>
              <a:ext uri="{FF2B5EF4-FFF2-40B4-BE49-F238E27FC236}">
                <a16:creationId xmlns:a16="http://schemas.microsoft.com/office/drawing/2014/main" id="{19E6F3A4-6D4F-F041-8924-3CC8D9645043}"/>
              </a:ext>
            </a:extLst>
          </p:cNvPr>
          <p:cNvSpPr txBox="1"/>
          <p:nvPr userDrawn="1"/>
        </p:nvSpPr>
        <p:spPr>
          <a:xfrm>
            <a:off x="7324205" y="2139948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8000" b="0" i="0" dirty="0">
              <a:solidFill>
                <a:schemeClr val="bg1"/>
              </a:solidFill>
              <a:latin typeface="+mj-lt"/>
              <a:cs typeface="Open Sans Light" panose="020B0306030504020204" pitchFamily="34" charset="0"/>
            </a:endParaRPr>
          </a:p>
        </p:txBody>
      </p:sp>
      <p:sp>
        <p:nvSpPr>
          <p:cNvPr id="12" name="直角三角形 26">
            <a:extLst>
              <a:ext uri="{FF2B5EF4-FFF2-40B4-BE49-F238E27FC236}">
                <a16:creationId xmlns:a16="http://schemas.microsoft.com/office/drawing/2014/main" id="{ED87BCC6-E44A-474C-81C1-C24829D1F3E6}"/>
              </a:ext>
            </a:extLst>
          </p:cNvPr>
          <p:cNvSpPr/>
          <p:nvPr userDrawn="1"/>
        </p:nvSpPr>
        <p:spPr>
          <a:xfrm>
            <a:off x="4560913" y="4102745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3" name="直角三角形 26">
            <a:extLst>
              <a:ext uri="{FF2B5EF4-FFF2-40B4-BE49-F238E27FC236}">
                <a16:creationId xmlns:a16="http://schemas.microsoft.com/office/drawing/2014/main" id="{629C163E-AD7A-7449-B712-C50D088BDBF1}"/>
              </a:ext>
            </a:extLst>
          </p:cNvPr>
          <p:cNvSpPr/>
          <p:nvPr userDrawn="1"/>
        </p:nvSpPr>
        <p:spPr>
          <a:xfrm>
            <a:off x="2612437" y="5324290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4" name="直角三角形 26">
            <a:extLst>
              <a:ext uri="{FF2B5EF4-FFF2-40B4-BE49-F238E27FC236}">
                <a16:creationId xmlns:a16="http://schemas.microsoft.com/office/drawing/2014/main" id="{B4C65D48-27BA-E24D-87C6-60CB3B366B38}"/>
              </a:ext>
            </a:extLst>
          </p:cNvPr>
          <p:cNvSpPr/>
          <p:nvPr userDrawn="1"/>
        </p:nvSpPr>
        <p:spPr>
          <a:xfrm>
            <a:off x="6501367" y="2878157"/>
            <a:ext cx="702525" cy="480289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07AF1255-DB31-A143-9617-373FE3BB1B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6900" y="4001932"/>
            <a:ext cx="2425833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E079E600-EA94-4345-B87A-C1A06B05BC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866" y="4669471"/>
            <a:ext cx="2436233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rgbClr val="E6E6E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正方形/長方形 35">
            <a:extLst>
              <a:ext uri="{FF2B5EF4-FFF2-40B4-BE49-F238E27FC236}">
                <a16:creationId xmlns:a16="http://schemas.microsoft.com/office/drawing/2014/main" id="{8E94E71B-626A-BA43-9A3B-3D0C23FFB6EF}"/>
              </a:ext>
            </a:extLst>
          </p:cNvPr>
          <p:cNvSpPr/>
          <p:nvPr userDrawn="1"/>
        </p:nvSpPr>
        <p:spPr>
          <a:xfrm>
            <a:off x="1188466" y="455222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18" name="テキスト プレースホルダー 6">
            <a:extLst>
              <a:ext uri="{FF2B5EF4-FFF2-40B4-BE49-F238E27FC236}">
                <a16:creationId xmlns:a16="http://schemas.microsoft.com/office/drawing/2014/main" id="{8EC866BD-9A75-8C49-A4F6-5F5DB1A095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1307" y="2784788"/>
            <a:ext cx="2425833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 i="0" baseline="0">
                <a:solidFill>
                  <a:srgbClr val="E6E6E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B0C54831-4CF0-D541-85D9-7536A926BF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34272" y="3452327"/>
            <a:ext cx="2436233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rgbClr val="E6E6E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0" name="正方形/長方形 40">
            <a:extLst>
              <a:ext uri="{FF2B5EF4-FFF2-40B4-BE49-F238E27FC236}">
                <a16:creationId xmlns:a16="http://schemas.microsoft.com/office/drawing/2014/main" id="{BD212DBA-36B4-F14F-8949-F82F47D8C8CF}"/>
              </a:ext>
            </a:extLst>
          </p:cNvPr>
          <p:cNvSpPr/>
          <p:nvPr userDrawn="1"/>
        </p:nvSpPr>
        <p:spPr>
          <a:xfrm>
            <a:off x="3142873" y="3335080"/>
            <a:ext cx="1620321" cy="4800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C13D97C8-605D-2D4B-95E6-BEA4DE84FA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82816" y="1485128"/>
            <a:ext cx="2425833" cy="553770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テキスト プレースホルダー 6">
            <a:extLst>
              <a:ext uri="{FF2B5EF4-FFF2-40B4-BE49-F238E27FC236}">
                <a16:creationId xmlns:a16="http://schemas.microsoft.com/office/drawing/2014/main" id="{371F4B25-BED3-2D4F-880A-8D8D76C97B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75781" y="2226383"/>
            <a:ext cx="2436233" cy="815548"/>
          </a:xfrm>
        </p:spPr>
        <p:txBody>
          <a:bodyPr anchor="t">
            <a:noAutofit/>
          </a:bodyPr>
          <a:lstStyle>
            <a:lvl1pPr algn="r">
              <a:lnSpc>
                <a:spcPct val="130000"/>
              </a:lnSpc>
              <a:defRPr sz="1000" b="0" i="0" baseline="0">
                <a:solidFill>
                  <a:srgbClr val="E6E6E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3" name="正方形/長方形 43">
            <a:extLst>
              <a:ext uri="{FF2B5EF4-FFF2-40B4-BE49-F238E27FC236}">
                <a16:creationId xmlns:a16="http://schemas.microsoft.com/office/drawing/2014/main" id="{D1ADB84C-8E42-0F42-9D62-4BD866D7412B}"/>
              </a:ext>
            </a:extLst>
          </p:cNvPr>
          <p:cNvSpPr/>
          <p:nvPr userDrawn="1"/>
        </p:nvSpPr>
        <p:spPr>
          <a:xfrm>
            <a:off x="5084382" y="210913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24" name="テキスト ボックス 20">
            <a:extLst>
              <a:ext uri="{FF2B5EF4-FFF2-40B4-BE49-F238E27FC236}">
                <a16:creationId xmlns:a16="http://schemas.microsoft.com/office/drawing/2014/main" id="{92755B12-2DD5-324C-939B-62250D652EF4}"/>
              </a:ext>
            </a:extLst>
          </p:cNvPr>
          <p:cNvSpPr txBox="1"/>
          <p:nvPr userDrawn="1"/>
        </p:nvSpPr>
        <p:spPr>
          <a:xfrm>
            <a:off x="3363998" y="4598890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0" b="0" i="0" dirty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8000" b="0" i="0" dirty="0">
              <a:solidFill>
                <a:schemeClr val="bg1"/>
              </a:solidFill>
              <a:latin typeface="+mj-lt"/>
              <a:cs typeface="Open Sans Light" panose="020B0306030504020204" pitchFamily="34" charset="0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7F0ED3BD-E7EF-0B4A-8632-52C9AA41FA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1568371145"/>
      </p:ext>
    </p:extLst>
  </p:cSld>
  <p:clrMapOvr>
    <a:masterClrMapping/>
  </p:clrMapOvr>
  <p:transition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DEDA9204-576C-E94C-9163-817C44FF10EA}"/>
              </a:ext>
            </a:extLst>
          </p:cNvPr>
          <p:cNvSpPr/>
          <p:nvPr userDrawn="1"/>
        </p:nvSpPr>
        <p:spPr bwMode="auto">
          <a:xfrm>
            <a:off x="0" y="12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C6D2FA-F0A3-FB4B-BC32-49377C7E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D3CCC4A-904F-3544-A61B-5ACAD6E818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90" y="1864350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227A5829-195B-3444-8DAD-50ED4B70E4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2819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" name="正方形/長方形 29">
            <a:extLst>
              <a:ext uri="{FF2B5EF4-FFF2-40B4-BE49-F238E27FC236}">
                <a16:creationId xmlns:a16="http://schemas.microsoft.com/office/drawing/2014/main" id="{41F4B990-E75E-F943-8EEB-19578E1D1ABC}"/>
              </a:ext>
            </a:extLst>
          </p:cNvPr>
          <p:cNvSpPr/>
          <p:nvPr userDrawn="1"/>
        </p:nvSpPr>
        <p:spPr>
          <a:xfrm>
            <a:off x="1062487" y="24860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10" name="テキスト プレースホルダー 6">
            <a:extLst>
              <a:ext uri="{FF2B5EF4-FFF2-40B4-BE49-F238E27FC236}">
                <a16:creationId xmlns:a16="http://schemas.microsoft.com/office/drawing/2014/main" id="{0CDB5D01-5745-EE44-BA77-5EF2BFA1BD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35345" y="1864350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18D42953-49C7-944B-ACF4-C0FCDE2529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49056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2" name="正方形/長方形 43">
            <a:extLst>
              <a:ext uri="{FF2B5EF4-FFF2-40B4-BE49-F238E27FC236}">
                <a16:creationId xmlns:a16="http://schemas.microsoft.com/office/drawing/2014/main" id="{DAAC69A9-586C-0046-ACBD-457B25F8E56C}"/>
              </a:ext>
            </a:extLst>
          </p:cNvPr>
          <p:cNvSpPr/>
          <p:nvPr userDrawn="1"/>
        </p:nvSpPr>
        <p:spPr>
          <a:xfrm>
            <a:off x="3935543" y="24860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15" name="テキスト プレースホルダー 6">
            <a:extLst>
              <a:ext uri="{FF2B5EF4-FFF2-40B4-BE49-F238E27FC236}">
                <a16:creationId xmlns:a16="http://schemas.microsoft.com/office/drawing/2014/main" id="{50FEA336-86A0-F741-B698-D5A5C23D4B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5804" y="1864350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6">
            <a:extLst>
              <a:ext uri="{FF2B5EF4-FFF2-40B4-BE49-F238E27FC236}">
                <a16:creationId xmlns:a16="http://schemas.microsoft.com/office/drawing/2014/main" id="{4AEEEE24-1D88-7B49-BE9A-76E6C9DBCF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9184" y="2615139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正方形/長方形 48">
            <a:extLst>
              <a:ext uri="{FF2B5EF4-FFF2-40B4-BE49-F238E27FC236}">
                <a16:creationId xmlns:a16="http://schemas.microsoft.com/office/drawing/2014/main" id="{B8A0B8A2-5BB0-A648-B1F9-7F474197F1ED}"/>
              </a:ext>
            </a:extLst>
          </p:cNvPr>
          <p:cNvSpPr/>
          <p:nvPr userDrawn="1"/>
        </p:nvSpPr>
        <p:spPr>
          <a:xfrm>
            <a:off x="6806002" y="24860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EDEEE867-EA92-E14F-ADC4-5C283140AD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68221" y="4030178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rgbClr val="D6D6D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1" name="テキスト プレースホルダー 6">
            <a:extLst>
              <a:ext uri="{FF2B5EF4-FFF2-40B4-BE49-F238E27FC236}">
                <a16:creationId xmlns:a16="http://schemas.microsoft.com/office/drawing/2014/main" id="{3A31D8D3-8674-D645-92AA-126FD3CEE5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1468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2" name="正方形/長方形 53">
            <a:extLst>
              <a:ext uri="{FF2B5EF4-FFF2-40B4-BE49-F238E27FC236}">
                <a16:creationId xmlns:a16="http://schemas.microsoft.com/office/drawing/2014/main" id="{4E0C327C-E027-AD44-AE7A-91D394C42CF4}"/>
              </a:ext>
            </a:extLst>
          </p:cNvPr>
          <p:cNvSpPr/>
          <p:nvPr userDrawn="1"/>
        </p:nvSpPr>
        <p:spPr>
          <a:xfrm>
            <a:off x="1068419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D6D6D6"/>
              </a:solidFill>
              <a:latin typeface="+mj-lt"/>
            </a:endParaRPr>
          </a:p>
        </p:txBody>
      </p:sp>
      <p:sp>
        <p:nvSpPr>
          <p:cNvPr id="25" name="テキスト プレースホルダー 6">
            <a:extLst>
              <a:ext uri="{FF2B5EF4-FFF2-40B4-BE49-F238E27FC236}">
                <a16:creationId xmlns:a16="http://schemas.microsoft.com/office/drawing/2014/main" id="{6EFEE73D-E366-4E42-A683-D14B20E51F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41277" y="4030178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rgbClr val="D6D6D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6" name="テキスト プレースホルダー 6">
            <a:extLst>
              <a:ext uri="{FF2B5EF4-FFF2-40B4-BE49-F238E27FC236}">
                <a16:creationId xmlns:a16="http://schemas.microsoft.com/office/drawing/2014/main" id="{7192F7B5-A898-0F42-89C2-F0E8213EAF0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58268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27" name="正方形/長方形 58">
            <a:extLst>
              <a:ext uri="{FF2B5EF4-FFF2-40B4-BE49-F238E27FC236}">
                <a16:creationId xmlns:a16="http://schemas.microsoft.com/office/drawing/2014/main" id="{09E6AA12-FB96-BB4C-B2EE-04EA5298E472}"/>
              </a:ext>
            </a:extLst>
          </p:cNvPr>
          <p:cNvSpPr/>
          <p:nvPr userDrawn="1"/>
        </p:nvSpPr>
        <p:spPr>
          <a:xfrm>
            <a:off x="3941474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D6D6D6"/>
              </a:solidFill>
              <a:latin typeface="+mj-lt"/>
            </a:endParaRPr>
          </a:p>
        </p:txBody>
      </p:sp>
      <p:sp>
        <p:nvSpPr>
          <p:cNvPr id="30" name="テキスト プレースホルダー 6">
            <a:extLst>
              <a:ext uri="{FF2B5EF4-FFF2-40B4-BE49-F238E27FC236}">
                <a16:creationId xmlns:a16="http://schemas.microsoft.com/office/drawing/2014/main" id="{1AC7956C-AE98-8A4D-99AA-BFA595C458A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11736" y="4030178"/>
            <a:ext cx="2135554" cy="540000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 baseline="0">
                <a:solidFill>
                  <a:srgbClr val="D6D6D6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1" name="テキスト プレースホルダー 6">
            <a:extLst>
              <a:ext uri="{FF2B5EF4-FFF2-40B4-BE49-F238E27FC236}">
                <a16:creationId xmlns:a16="http://schemas.microsoft.com/office/drawing/2014/main" id="{39C07F6E-8045-A747-8D0A-AAF5FCB883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29707" y="4780967"/>
            <a:ext cx="2154496" cy="1314556"/>
          </a:xfrm>
        </p:spPr>
        <p:txBody>
          <a:bodyPr anchor="t">
            <a:noAutofit/>
          </a:bodyPr>
          <a:lstStyle>
            <a:lvl1pPr algn="l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32" name="正方形/長方形 63">
            <a:extLst>
              <a:ext uri="{FF2B5EF4-FFF2-40B4-BE49-F238E27FC236}">
                <a16:creationId xmlns:a16="http://schemas.microsoft.com/office/drawing/2014/main" id="{8FE7743A-CB83-194E-81CC-429681F05F9D}"/>
              </a:ext>
            </a:extLst>
          </p:cNvPr>
          <p:cNvSpPr/>
          <p:nvPr userDrawn="1"/>
        </p:nvSpPr>
        <p:spPr>
          <a:xfrm>
            <a:off x="6811934" y="4651904"/>
            <a:ext cx="1620321" cy="4800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solidFill>
                <a:srgbClr val="D6D6D6"/>
              </a:solidFill>
              <a:latin typeface="+mj-lt"/>
            </a:endParaRPr>
          </a:p>
        </p:txBody>
      </p:sp>
      <p:sp>
        <p:nvSpPr>
          <p:cNvPr id="39" name="円/楕円 7">
            <a:extLst>
              <a:ext uri="{FF2B5EF4-FFF2-40B4-BE49-F238E27FC236}">
                <a16:creationId xmlns:a16="http://schemas.microsoft.com/office/drawing/2014/main" id="{4AAD20C4-48E4-A149-8DF0-A348CA8BDF5D}"/>
              </a:ext>
            </a:extLst>
          </p:cNvPr>
          <p:cNvSpPr/>
          <p:nvPr userDrawn="1"/>
        </p:nvSpPr>
        <p:spPr>
          <a:xfrm>
            <a:off x="383111" y="1875687"/>
            <a:ext cx="576000" cy="57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1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0" name="円/楕円 7">
            <a:extLst>
              <a:ext uri="{FF2B5EF4-FFF2-40B4-BE49-F238E27FC236}">
                <a16:creationId xmlns:a16="http://schemas.microsoft.com/office/drawing/2014/main" id="{3897689A-5424-904C-8629-AD920242A260}"/>
              </a:ext>
            </a:extLst>
          </p:cNvPr>
          <p:cNvSpPr/>
          <p:nvPr userDrawn="1"/>
        </p:nvSpPr>
        <p:spPr>
          <a:xfrm>
            <a:off x="3232637" y="1875687"/>
            <a:ext cx="576000" cy="57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2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1" name="円/楕円 7">
            <a:extLst>
              <a:ext uri="{FF2B5EF4-FFF2-40B4-BE49-F238E27FC236}">
                <a16:creationId xmlns:a16="http://schemas.microsoft.com/office/drawing/2014/main" id="{53366692-42FF-F246-97FB-998F05C0CA5E}"/>
              </a:ext>
            </a:extLst>
          </p:cNvPr>
          <p:cNvSpPr/>
          <p:nvPr userDrawn="1"/>
        </p:nvSpPr>
        <p:spPr>
          <a:xfrm>
            <a:off x="6114060" y="1875687"/>
            <a:ext cx="576000" cy="57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rgbClr val="003798"/>
                </a:solidFill>
                <a:latin typeface="+mj-lt"/>
              </a:rPr>
              <a:t>3</a:t>
            </a:r>
            <a:endParaRPr kumimoji="1" lang="ja-JP" altLang="en-US" sz="26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42" name="円/楕円 7">
            <a:extLst>
              <a:ext uri="{FF2B5EF4-FFF2-40B4-BE49-F238E27FC236}">
                <a16:creationId xmlns:a16="http://schemas.microsoft.com/office/drawing/2014/main" id="{F13CDEB7-2A5D-D047-A331-4CDEFF1E8C90}"/>
              </a:ext>
            </a:extLst>
          </p:cNvPr>
          <p:cNvSpPr/>
          <p:nvPr userDrawn="1"/>
        </p:nvSpPr>
        <p:spPr>
          <a:xfrm>
            <a:off x="383111" y="4044728"/>
            <a:ext cx="576000" cy="57600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4</a:t>
            </a:r>
            <a:endParaRPr kumimoji="1" lang="ja-JP" altLang="en-US" sz="2667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3" name="円/楕円 7">
            <a:extLst>
              <a:ext uri="{FF2B5EF4-FFF2-40B4-BE49-F238E27FC236}">
                <a16:creationId xmlns:a16="http://schemas.microsoft.com/office/drawing/2014/main" id="{3C444B4A-F7FB-DB40-9BC9-5CCFF6F296FE}"/>
              </a:ext>
            </a:extLst>
          </p:cNvPr>
          <p:cNvSpPr/>
          <p:nvPr userDrawn="1"/>
        </p:nvSpPr>
        <p:spPr>
          <a:xfrm>
            <a:off x="3232637" y="4044728"/>
            <a:ext cx="576000" cy="57600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5</a:t>
            </a:r>
            <a:endParaRPr kumimoji="1" lang="ja-JP" altLang="en-US" sz="2667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4" name="円/楕円 7">
            <a:extLst>
              <a:ext uri="{FF2B5EF4-FFF2-40B4-BE49-F238E27FC236}">
                <a16:creationId xmlns:a16="http://schemas.microsoft.com/office/drawing/2014/main" id="{981050B0-58A2-214B-A8B5-77705D070B24}"/>
              </a:ext>
            </a:extLst>
          </p:cNvPr>
          <p:cNvSpPr/>
          <p:nvPr userDrawn="1"/>
        </p:nvSpPr>
        <p:spPr>
          <a:xfrm>
            <a:off x="6114060" y="4044728"/>
            <a:ext cx="576000" cy="57600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667" b="0" i="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6</a:t>
            </a:r>
            <a:endParaRPr kumimoji="1" lang="ja-JP" altLang="en-US" sz="2667" b="0" i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4A4A44B0-000A-DE4D-9C01-F6252DE71F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1206178430"/>
      </p:ext>
    </p:extLst>
  </p:cSld>
  <p:clrMapOvr>
    <a:masterClrMapping/>
  </p:clrMapOvr>
  <p:transition>
    <p:wipe dir="d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hteck 53">
            <a:extLst>
              <a:ext uri="{FF2B5EF4-FFF2-40B4-BE49-F238E27FC236}">
                <a16:creationId xmlns:a16="http://schemas.microsoft.com/office/drawing/2014/main" id="{D777FCE8-B1C7-3645-AA4C-5DDB84BFB552}"/>
              </a:ext>
            </a:extLst>
          </p:cNvPr>
          <p:cNvSpPr/>
          <p:nvPr userDrawn="1"/>
        </p:nvSpPr>
        <p:spPr bwMode="auto">
          <a:xfrm>
            <a:off x="0" y="12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47A86B-FE7A-334B-B50D-202C1066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93173AF-6A6E-7046-BD12-F73FF0A3FB61}"/>
              </a:ext>
            </a:extLst>
          </p:cNvPr>
          <p:cNvGrpSpPr/>
          <p:nvPr userDrawn="1"/>
        </p:nvGrpSpPr>
        <p:grpSpPr>
          <a:xfrm>
            <a:off x="404875" y="2194409"/>
            <a:ext cx="1800000" cy="1800000"/>
            <a:chOff x="1216700" y="1364629"/>
            <a:chExt cx="1551635" cy="1526100"/>
          </a:xfrm>
        </p:grpSpPr>
        <p:sp>
          <p:nvSpPr>
            <p:cNvPr id="5" name="円/楕円 55">
              <a:extLst>
                <a:ext uri="{FF2B5EF4-FFF2-40B4-BE49-F238E27FC236}">
                  <a16:creationId xmlns:a16="http://schemas.microsoft.com/office/drawing/2014/main" id="{C3F6DDCB-E2A9-E941-B6CA-AF42D43A424B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8" name="円/楕円 51">
              <a:extLst>
                <a:ext uri="{FF2B5EF4-FFF2-40B4-BE49-F238E27FC236}">
                  <a16:creationId xmlns:a16="http://schemas.microsoft.com/office/drawing/2014/main" id="{EA95BC0E-B108-DC4E-8600-4C6DE29092BE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11" name="円/楕円 18">
              <a:extLst>
                <a:ext uri="{FF2B5EF4-FFF2-40B4-BE49-F238E27FC236}">
                  <a16:creationId xmlns:a16="http://schemas.microsoft.com/office/drawing/2014/main" id="{2171232A-81CB-F046-AE11-175D6448ACA3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14" name="正方形/長方形 28">
            <a:extLst>
              <a:ext uri="{FF2B5EF4-FFF2-40B4-BE49-F238E27FC236}">
                <a16:creationId xmlns:a16="http://schemas.microsoft.com/office/drawing/2014/main" id="{7B6A2E1D-4775-D24E-8B62-144E31375CE7}"/>
              </a:ext>
            </a:extLst>
          </p:cNvPr>
          <p:cNvSpPr/>
          <p:nvPr userDrawn="1"/>
        </p:nvSpPr>
        <p:spPr>
          <a:xfrm>
            <a:off x="510627" y="49557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034D666-3B76-0B45-A044-2FE4EE54C88E}"/>
              </a:ext>
            </a:extLst>
          </p:cNvPr>
          <p:cNvGrpSpPr/>
          <p:nvPr userDrawn="1"/>
        </p:nvGrpSpPr>
        <p:grpSpPr>
          <a:xfrm>
            <a:off x="2554620" y="2194409"/>
            <a:ext cx="1800000" cy="1800000"/>
            <a:chOff x="1216700" y="1364629"/>
            <a:chExt cx="1551635" cy="1526100"/>
          </a:xfrm>
        </p:grpSpPr>
        <p:sp>
          <p:nvSpPr>
            <p:cNvPr id="31" name="円/楕円 55">
              <a:extLst>
                <a:ext uri="{FF2B5EF4-FFF2-40B4-BE49-F238E27FC236}">
                  <a16:creationId xmlns:a16="http://schemas.microsoft.com/office/drawing/2014/main" id="{7E9FF0E8-7A58-5444-B39C-E64C76FBAD73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32" name="円/楕円 51">
              <a:extLst>
                <a:ext uri="{FF2B5EF4-FFF2-40B4-BE49-F238E27FC236}">
                  <a16:creationId xmlns:a16="http://schemas.microsoft.com/office/drawing/2014/main" id="{8F37008E-746F-AA46-8495-2B5778AE29B1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33" name="円/楕円 18">
              <a:extLst>
                <a:ext uri="{FF2B5EF4-FFF2-40B4-BE49-F238E27FC236}">
                  <a16:creationId xmlns:a16="http://schemas.microsoft.com/office/drawing/2014/main" id="{C664EA1D-8246-874A-8C19-5BC7E1D95080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36" name="正方形/長方形 28">
            <a:extLst>
              <a:ext uri="{FF2B5EF4-FFF2-40B4-BE49-F238E27FC236}">
                <a16:creationId xmlns:a16="http://schemas.microsoft.com/office/drawing/2014/main" id="{F3CB7F27-4623-1346-AA3C-774F83700A75}"/>
              </a:ext>
            </a:extLst>
          </p:cNvPr>
          <p:cNvSpPr/>
          <p:nvPr userDrawn="1"/>
        </p:nvSpPr>
        <p:spPr>
          <a:xfrm>
            <a:off x="2660370" y="49557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17AAC8D-5B14-604A-BF65-D436CCA0EE48}"/>
              </a:ext>
            </a:extLst>
          </p:cNvPr>
          <p:cNvGrpSpPr/>
          <p:nvPr userDrawn="1"/>
        </p:nvGrpSpPr>
        <p:grpSpPr>
          <a:xfrm>
            <a:off x="4725417" y="2194409"/>
            <a:ext cx="1800000" cy="1800000"/>
            <a:chOff x="1216700" y="1364629"/>
            <a:chExt cx="1551635" cy="1526100"/>
          </a:xfrm>
        </p:grpSpPr>
        <p:sp>
          <p:nvSpPr>
            <p:cNvPr id="39" name="円/楕円 55">
              <a:extLst>
                <a:ext uri="{FF2B5EF4-FFF2-40B4-BE49-F238E27FC236}">
                  <a16:creationId xmlns:a16="http://schemas.microsoft.com/office/drawing/2014/main" id="{CB50834C-D586-8D4A-90E9-1A8B2D114874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0" name="円/楕円 51">
              <a:extLst>
                <a:ext uri="{FF2B5EF4-FFF2-40B4-BE49-F238E27FC236}">
                  <a16:creationId xmlns:a16="http://schemas.microsoft.com/office/drawing/2014/main" id="{7C7134FB-4436-0C46-AC49-A476D5D65940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1" name="円/楕円 18">
              <a:extLst>
                <a:ext uri="{FF2B5EF4-FFF2-40B4-BE49-F238E27FC236}">
                  <a16:creationId xmlns:a16="http://schemas.microsoft.com/office/drawing/2014/main" id="{65E4F652-AD99-4A4D-BA1D-EB89C210FA57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44" name="正方形/長方形 28">
            <a:extLst>
              <a:ext uri="{FF2B5EF4-FFF2-40B4-BE49-F238E27FC236}">
                <a16:creationId xmlns:a16="http://schemas.microsoft.com/office/drawing/2014/main" id="{558F23F3-B9F6-1E47-9C44-6899445C511B}"/>
              </a:ext>
            </a:extLst>
          </p:cNvPr>
          <p:cNvSpPr/>
          <p:nvPr userDrawn="1"/>
        </p:nvSpPr>
        <p:spPr>
          <a:xfrm>
            <a:off x="4831167" y="49557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AC177907-65D8-D842-B372-632D8BA42C80}"/>
              </a:ext>
            </a:extLst>
          </p:cNvPr>
          <p:cNvGrpSpPr/>
          <p:nvPr userDrawn="1"/>
        </p:nvGrpSpPr>
        <p:grpSpPr>
          <a:xfrm>
            <a:off x="6873186" y="2194409"/>
            <a:ext cx="1800000" cy="1800000"/>
            <a:chOff x="1216700" y="1364629"/>
            <a:chExt cx="1551635" cy="1526100"/>
          </a:xfrm>
        </p:grpSpPr>
        <p:sp>
          <p:nvSpPr>
            <p:cNvPr id="47" name="円/楕円 55">
              <a:extLst>
                <a:ext uri="{FF2B5EF4-FFF2-40B4-BE49-F238E27FC236}">
                  <a16:creationId xmlns:a16="http://schemas.microsoft.com/office/drawing/2014/main" id="{6ED5E23C-D01D-5A4C-870B-FD57A764C964}"/>
                </a:ext>
              </a:extLst>
            </p:cNvPr>
            <p:cNvSpPr/>
            <p:nvPr userDrawn="1"/>
          </p:nvSpPr>
          <p:spPr>
            <a:xfrm>
              <a:off x="1292907" y="14154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8" name="円/楕円 51">
              <a:extLst>
                <a:ext uri="{FF2B5EF4-FFF2-40B4-BE49-F238E27FC236}">
                  <a16:creationId xmlns:a16="http://schemas.microsoft.com/office/drawing/2014/main" id="{2D7E9EF2-D017-3D4E-89B8-0F026D15790A}"/>
                </a:ext>
              </a:extLst>
            </p:cNvPr>
            <p:cNvSpPr/>
            <p:nvPr userDrawn="1"/>
          </p:nvSpPr>
          <p:spPr>
            <a:xfrm>
              <a:off x="1216700" y="1364629"/>
              <a:ext cx="1475428" cy="14753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  <p:sp>
          <p:nvSpPr>
            <p:cNvPr id="49" name="円/楕円 18">
              <a:extLst>
                <a:ext uri="{FF2B5EF4-FFF2-40B4-BE49-F238E27FC236}">
                  <a16:creationId xmlns:a16="http://schemas.microsoft.com/office/drawing/2014/main" id="{8D773800-83CA-0B41-BD83-D91AFF05FEFB}"/>
                </a:ext>
              </a:extLst>
            </p:cNvPr>
            <p:cNvSpPr/>
            <p:nvPr userDrawn="1"/>
          </p:nvSpPr>
          <p:spPr>
            <a:xfrm>
              <a:off x="1252183" y="1390030"/>
              <a:ext cx="1475428" cy="14753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7" b="0" i="0" dirty="0">
                <a:latin typeface="+mj-lt"/>
              </a:endParaRPr>
            </a:p>
          </p:txBody>
        </p:sp>
      </p:grpSp>
      <p:sp>
        <p:nvSpPr>
          <p:cNvPr id="52" name="正方形/長方形 28">
            <a:extLst>
              <a:ext uri="{FF2B5EF4-FFF2-40B4-BE49-F238E27FC236}">
                <a16:creationId xmlns:a16="http://schemas.microsoft.com/office/drawing/2014/main" id="{83945007-F3A9-D74B-B532-73A07148DF1D}"/>
              </a:ext>
            </a:extLst>
          </p:cNvPr>
          <p:cNvSpPr/>
          <p:nvPr userDrawn="1"/>
        </p:nvSpPr>
        <p:spPr>
          <a:xfrm>
            <a:off x="6978939" y="4955776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pic>
        <p:nvPicPr>
          <p:cNvPr id="56" name="Grafik 55">
            <a:extLst>
              <a:ext uri="{FF2B5EF4-FFF2-40B4-BE49-F238E27FC236}">
                <a16:creationId xmlns:a16="http://schemas.microsoft.com/office/drawing/2014/main" id="{AE2261B7-666B-DD46-99CC-AF35DE32EF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68" name="テキスト プレースホルダー 6">
            <a:extLst>
              <a:ext uri="{FF2B5EF4-FFF2-40B4-BE49-F238E27FC236}">
                <a16:creationId xmlns:a16="http://schemas.microsoft.com/office/drawing/2014/main" id="{07D32A29-F191-3141-894B-81280F408F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562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9" name="テキスト プレースホルダー 6">
            <a:extLst>
              <a:ext uri="{FF2B5EF4-FFF2-40B4-BE49-F238E27FC236}">
                <a16:creationId xmlns:a16="http://schemas.microsoft.com/office/drawing/2014/main" id="{99E12B5B-273D-6E4D-9572-7E09884C12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75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>
            <a:extLst>
              <a:ext uri="{FF2B5EF4-FFF2-40B4-BE49-F238E27FC236}">
                <a16:creationId xmlns:a16="http://schemas.microsoft.com/office/drawing/2014/main" id="{83FA4367-FF36-4E47-890A-D5DA64D11B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11305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1" name="テキスト プレースホルダー 6">
            <a:extLst>
              <a:ext uri="{FF2B5EF4-FFF2-40B4-BE49-F238E27FC236}">
                <a16:creationId xmlns:a16="http://schemas.microsoft.com/office/drawing/2014/main" id="{AAEEAFDF-8FB1-4E4A-A835-B3C459C89D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08518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>
            <a:extLst>
              <a:ext uri="{FF2B5EF4-FFF2-40B4-BE49-F238E27FC236}">
                <a16:creationId xmlns:a16="http://schemas.microsoft.com/office/drawing/2014/main" id="{7719186B-63D2-1D44-99E1-1459CEEDE4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82102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3" name="テキスト プレースホルダー 6">
            <a:extLst>
              <a:ext uri="{FF2B5EF4-FFF2-40B4-BE49-F238E27FC236}">
                <a16:creationId xmlns:a16="http://schemas.microsoft.com/office/drawing/2014/main" id="{8815BB86-D441-DD48-AFCB-3AE1CB09E0A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79315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4" name="テキスト プレースホルダー 6">
            <a:extLst>
              <a:ext uri="{FF2B5EF4-FFF2-40B4-BE49-F238E27FC236}">
                <a16:creationId xmlns:a16="http://schemas.microsoft.com/office/drawing/2014/main" id="{17EC8256-E415-D447-9546-5406F3336C8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29874" y="4280826"/>
            <a:ext cx="1980000" cy="657916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5" name="テキスト プレースホルダー 6">
            <a:extLst>
              <a:ext uri="{FF2B5EF4-FFF2-40B4-BE49-F238E27FC236}">
                <a16:creationId xmlns:a16="http://schemas.microsoft.com/office/drawing/2014/main" id="{F0A116A1-FDFA-804C-BBFE-4CC8AEAF50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27087" y="5033975"/>
            <a:ext cx="1980000" cy="1008000"/>
          </a:xfrm>
        </p:spPr>
        <p:txBody>
          <a:bodyPr anchor="t">
            <a:noAutofit/>
          </a:bodyPr>
          <a:lstStyle>
            <a:lvl1pPr algn="ctr"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>
            <a:extLst>
              <a:ext uri="{FF2B5EF4-FFF2-40B4-BE49-F238E27FC236}">
                <a16:creationId xmlns:a16="http://schemas.microsoft.com/office/drawing/2014/main" id="{6FBAEAE0-158E-7946-A181-D7CEC681C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628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7" name="テキスト プレースホルダー 6">
            <a:extLst>
              <a:ext uri="{FF2B5EF4-FFF2-40B4-BE49-F238E27FC236}">
                <a16:creationId xmlns:a16="http://schemas.microsoft.com/office/drawing/2014/main" id="{C3F7804B-C125-9742-85BC-EFD793EEB7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67881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8" name="テキスト プレースホルダー 6">
            <a:extLst>
              <a:ext uri="{FF2B5EF4-FFF2-40B4-BE49-F238E27FC236}">
                <a16:creationId xmlns:a16="http://schemas.microsoft.com/office/drawing/2014/main" id="{39891106-C78D-7B48-B573-0D5B7C762E6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39589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79" name="テキスト プレースホルダー 6">
            <a:extLst>
              <a:ext uri="{FF2B5EF4-FFF2-40B4-BE49-F238E27FC236}">
                <a16:creationId xmlns:a16="http://schemas.microsoft.com/office/drawing/2014/main" id="{21B1E1EA-8D25-CC4A-8A97-2A588971E0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7842" y="2192726"/>
            <a:ext cx="1729477" cy="176471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0" i="0" baseline="0">
                <a:solidFill>
                  <a:srgbClr val="003798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2527485"/>
      </p:ext>
    </p:extLst>
  </p:cSld>
  <p:clrMapOvr>
    <a:masterClrMapping/>
  </p:clrMapOvr>
  <p:transition>
    <p:wipe dir="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2540B3F-8CEF-2643-94AB-BC36A9E3DBC7}"/>
              </a:ext>
            </a:extLst>
          </p:cNvPr>
          <p:cNvSpPr/>
          <p:nvPr userDrawn="1"/>
        </p:nvSpPr>
        <p:spPr bwMode="auto">
          <a:xfrm>
            <a:off x="0" y="161377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 Ligh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DAC576-5E81-D94F-892D-338E4287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ドーナツ 8">
            <a:extLst>
              <a:ext uri="{FF2B5EF4-FFF2-40B4-BE49-F238E27FC236}">
                <a16:creationId xmlns:a16="http://schemas.microsoft.com/office/drawing/2014/main" id="{160BAA68-899D-DD48-AA0C-13D479C59EE6}"/>
              </a:ext>
            </a:extLst>
          </p:cNvPr>
          <p:cNvSpPr/>
          <p:nvPr userDrawn="1"/>
        </p:nvSpPr>
        <p:spPr>
          <a:xfrm>
            <a:off x="3131720" y="2263162"/>
            <a:ext cx="2880000" cy="2880000"/>
          </a:xfrm>
          <a:prstGeom prst="donut">
            <a:avLst>
              <a:gd name="adj" fmla="val 8728"/>
            </a:avLst>
          </a:prstGeom>
          <a:solidFill>
            <a:srgbClr val="D6D6D6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67" b="0" i="0" dirty="0">
              <a:solidFill>
                <a:schemeClr val="tx1"/>
              </a:solidFill>
              <a:latin typeface="Titillium Web Light"/>
            </a:endParaRPr>
          </a:p>
        </p:txBody>
      </p:sp>
      <p:sp>
        <p:nvSpPr>
          <p:cNvPr id="17" name="円/楕円 22">
            <a:extLst>
              <a:ext uri="{FF2B5EF4-FFF2-40B4-BE49-F238E27FC236}">
                <a16:creationId xmlns:a16="http://schemas.microsoft.com/office/drawing/2014/main" id="{282E99B0-4AFF-D244-9AED-64B5025003A5}"/>
              </a:ext>
            </a:extLst>
          </p:cNvPr>
          <p:cNvSpPr/>
          <p:nvPr userDrawn="1"/>
        </p:nvSpPr>
        <p:spPr>
          <a:xfrm>
            <a:off x="5222468" y="2215290"/>
            <a:ext cx="720000" cy="720000"/>
          </a:xfrm>
          <a:prstGeom prst="ellipse">
            <a:avLst/>
          </a:prstGeom>
          <a:solidFill>
            <a:schemeClr val="bg1"/>
          </a:solidFill>
          <a:ln w="76200" cmpd="sng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solidFill>
                  <a:srgbClr val="003798"/>
                </a:solidFill>
                <a:latin typeface="Titillium Web Light"/>
              </a:rPr>
              <a:t>2</a:t>
            </a:r>
            <a:endParaRPr kumimoji="1" lang="ja-JP" altLang="en-US" sz="2667" b="0" i="0" dirty="0">
              <a:solidFill>
                <a:srgbClr val="003798"/>
              </a:solidFill>
              <a:latin typeface="Titillium Web Light"/>
            </a:endParaRPr>
          </a:p>
        </p:txBody>
      </p:sp>
      <p:sp>
        <p:nvSpPr>
          <p:cNvPr id="19" name="円/楕円 24">
            <a:extLst>
              <a:ext uri="{FF2B5EF4-FFF2-40B4-BE49-F238E27FC236}">
                <a16:creationId xmlns:a16="http://schemas.microsoft.com/office/drawing/2014/main" id="{AA3FC2CC-70AE-324C-8856-8089567CE6F6}"/>
              </a:ext>
            </a:extLst>
          </p:cNvPr>
          <p:cNvSpPr/>
          <p:nvPr userDrawn="1"/>
        </p:nvSpPr>
        <p:spPr>
          <a:xfrm>
            <a:off x="5224629" y="4458922"/>
            <a:ext cx="720000" cy="720000"/>
          </a:xfrm>
          <a:prstGeom prst="ellipse">
            <a:avLst/>
          </a:prstGeom>
          <a:solidFill>
            <a:schemeClr val="bg1"/>
          </a:solidFill>
          <a:ln w="76200" cmpd="sng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solidFill>
                  <a:srgbClr val="003798"/>
                </a:solidFill>
                <a:latin typeface="Titillium Web Light"/>
              </a:rPr>
              <a:t>4</a:t>
            </a:r>
            <a:endParaRPr kumimoji="1" lang="ja-JP" altLang="en-US" sz="2667" b="0" i="0" dirty="0">
              <a:solidFill>
                <a:srgbClr val="003798"/>
              </a:solidFill>
              <a:latin typeface="Titillium Web Light"/>
            </a:endParaRPr>
          </a:p>
        </p:txBody>
      </p:sp>
      <p:sp>
        <p:nvSpPr>
          <p:cNvPr id="21" name="円/楕円 26">
            <a:extLst>
              <a:ext uri="{FF2B5EF4-FFF2-40B4-BE49-F238E27FC236}">
                <a16:creationId xmlns:a16="http://schemas.microsoft.com/office/drawing/2014/main" id="{FB2DD628-9511-404B-863D-89B0627C7A68}"/>
              </a:ext>
            </a:extLst>
          </p:cNvPr>
          <p:cNvSpPr/>
          <p:nvPr userDrawn="1"/>
        </p:nvSpPr>
        <p:spPr>
          <a:xfrm>
            <a:off x="3272246" y="4458922"/>
            <a:ext cx="720000" cy="720000"/>
          </a:xfrm>
          <a:prstGeom prst="ellipse">
            <a:avLst/>
          </a:prstGeom>
          <a:solidFill>
            <a:schemeClr val="bg1"/>
          </a:solidFill>
          <a:ln w="76200" cmpd="sng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solidFill>
                  <a:srgbClr val="003798"/>
                </a:solidFill>
                <a:latin typeface="Titillium Web Light"/>
              </a:rPr>
              <a:t>3</a:t>
            </a:r>
            <a:endParaRPr kumimoji="1" lang="ja-JP" altLang="en-US" sz="2667" b="0" i="0" dirty="0">
              <a:solidFill>
                <a:srgbClr val="003798"/>
              </a:solidFill>
              <a:latin typeface="Titillium Web Light"/>
            </a:endParaRPr>
          </a:p>
        </p:txBody>
      </p:sp>
      <p:sp>
        <p:nvSpPr>
          <p:cNvPr id="23" name="円/楕円 28">
            <a:extLst>
              <a:ext uri="{FF2B5EF4-FFF2-40B4-BE49-F238E27FC236}">
                <a16:creationId xmlns:a16="http://schemas.microsoft.com/office/drawing/2014/main" id="{89AC6A9B-2D0F-A74B-942F-FB19032C5583}"/>
              </a:ext>
            </a:extLst>
          </p:cNvPr>
          <p:cNvSpPr/>
          <p:nvPr userDrawn="1"/>
        </p:nvSpPr>
        <p:spPr>
          <a:xfrm>
            <a:off x="3272246" y="2215290"/>
            <a:ext cx="720000" cy="720000"/>
          </a:xfrm>
          <a:prstGeom prst="ellipse">
            <a:avLst/>
          </a:prstGeom>
          <a:solidFill>
            <a:schemeClr val="bg1"/>
          </a:solidFill>
          <a:ln w="76200" cmpd="sng">
            <a:solidFill>
              <a:srgbClr val="0037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2667" b="0" i="0" dirty="0">
                <a:solidFill>
                  <a:srgbClr val="003798"/>
                </a:solidFill>
                <a:latin typeface="Titillium Web Light"/>
              </a:rPr>
              <a:t>1</a:t>
            </a:r>
            <a:endParaRPr kumimoji="1" lang="ja-JP" altLang="en-US" sz="2667" b="0" i="0" dirty="0">
              <a:solidFill>
                <a:srgbClr val="003798"/>
              </a:solidFill>
              <a:latin typeface="Titillium Web Light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807EF53-5268-E942-B910-8E73E0E470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29" name="テキスト プレースホルダー 11">
            <a:extLst>
              <a:ext uri="{FF2B5EF4-FFF2-40B4-BE49-F238E27FC236}">
                <a16:creationId xmlns:a16="http://schemas.microsoft.com/office/drawing/2014/main" id="{B321D4EA-EC9F-354A-9EFB-6D2FDFCF78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2229" y="2468359"/>
            <a:ext cx="2536106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000" b="0" i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1" name="テキスト プレースホルダー 11">
            <a:extLst>
              <a:ext uri="{FF2B5EF4-FFF2-40B4-BE49-F238E27FC236}">
                <a16:creationId xmlns:a16="http://schemas.microsoft.com/office/drawing/2014/main" id="{BB85B7C1-74B4-724F-B34C-C07FACF8D8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2229" y="1851332"/>
            <a:ext cx="2536106" cy="515469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2" name="テキスト プレースホルダー 11">
            <a:extLst>
              <a:ext uri="{FF2B5EF4-FFF2-40B4-BE49-F238E27FC236}">
                <a16:creationId xmlns:a16="http://schemas.microsoft.com/office/drawing/2014/main" id="{57DC90CC-2386-D849-A7D3-A8F28D57C0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229" y="4658603"/>
            <a:ext cx="2536106" cy="1100756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000" b="0" i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3" name="テキスト プレースホルダー 11">
            <a:extLst>
              <a:ext uri="{FF2B5EF4-FFF2-40B4-BE49-F238E27FC236}">
                <a16:creationId xmlns:a16="http://schemas.microsoft.com/office/drawing/2014/main" id="{9D45FF05-3AD7-1247-9E25-0B45954D9D6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2229" y="4041576"/>
            <a:ext cx="2536106" cy="515469"/>
          </a:xfrm>
        </p:spPr>
        <p:txBody>
          <a:bodyPr anchor="b">
            <a:noAutofit/>
          </a:bodyPr>
          <a:lstStyle>
            <a:lvl1pPr marL="0" marR="0" indent="0" algn="l" defTabSz="121914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16A74"/>
              </a:buClr>
              <a:buSzPct val="70000"/>
              <a:buFont typeface="Arial" panose="020B0604020202020204" pitchFamily="34" charset="0"/>
              <a:buNone/>
              <a:tabLst/>
              <a:defRPr sz="18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4" name="テキスト プレースホルダー 11">
            <a:extLst>
              <a:ext uri="{FF2B5EF4-FFF2-40B4-BE49-F238E27FC236}">
                <a16:creationId xmlns:a16="http://schemas.microsoft.com/office/drawing/2014/main" id="{C0B3A3B5-F4DF-1B40-99D4-09CF2852B0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7738" y="2477727"/>
            <a:ext cx="2485799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000" b="0" i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5" name="テキスト プレースホルダー 11">
            <a:extLst>
              <a:ext uri="{FF2B5EF4-FFF2-40B4-BE49-F238E27FC236}">
                <a16:creationId xmlns:a16="http://schemas.microsoft.com/office/drawing/2014/main" id="{8D960BB5-7004-F748-B796-B673BBFAA39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7738" y="1860700"/>
            <a:ext cx="2485799" cy="515469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6" name="テキスト プレースホルダー 11">
            <a:extLst>
              <a:ext uri="{FF2B5EF4-FFF2-40B4-BE49-F238E27FC236}">
                <a16:creationId xmlns:a16="http://schemas.microsoft.com/office/drawing/2014/main" id="{72756805-B6E2-A641-885C-EB5F7C755F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8775" y="4667971"/>
            <a:ext cx="2474758" cy="1100756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1000" b="0" i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7" name="テキスト プレースホルダー 11">
            <a:extLst>
              <a:ext uri="{FF2B5EF4-FFF2-40B4-BE49-F238E27FC236}">
                <a16:creationId xmlns:a16="http://schemas.microsoft.com/office/drawing/2014/main" id="{1CAE47BF-D501-BE42-9B0B-5CDB991F8B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8775" y="4050940"/>
            <a:ext cx="2474758" cy="515469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8" name="テキスト プレースホルダー 11">
            <a:extLst>
              <a:ext uri="{FF2B5EF4-FFF2-40B4-BE49-F238E27FC236}">
                <a16:creationId xmlns:a16="http://schemas.microsoft.com/office/drawing/2014/main" id="{6E2B9037-2B45-4545-A871-41F46AB06D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19292" y="2830606"/>
            <a:ext cx="2137923" cy="1628316"/>
          </a:xfrm>
        </p:spPr>
        <p:txBody>
          <a:bodyPr anchor="ctr">
            <a:noAutofit/>
          </a:bodyPr>
          <a:lstStyle>
            <a:lvl1pPr marL="0" indent="0" algn="ctr">
              <a:lnSpc>
                <a:spcPct val="120000"/>
              </a:lnSpc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</a:t>
            </a:r>
            <a:r>
              <a:rPr lang="en-US" altLang="ja-JP" dirty="0" err="1"/>
              <a:t>hier</a:t>
            </a:r>
            <a:endParaRPr lang="en-US" dirty="0"/>
          </a:p>
        </p:txBody>
      </p:sp>
      <p:sp>
        <p:nvSpPr>
          <p:cNvPr id="39" name="正方形/長方形 31">
            <a:extLst>
              <a:ext uri="{FF2B5EF4-FFF2-40B4-BE49-F238E27FC236}">
                <a16:creationId xmlns:a16="http://schemas.microsoft.com/office/drawing/2014/main" id="{8A9BEB76-B8BE-B346-A5E7-A1F8F698AF83}"/>
              </a:ext>
            </a:extLst>
          </p:cNvPr>
          <p:cNvSpPr/>
          <p:nvPr userDrawn="1"/>
        </p:nvSpPr>
        <p:spPr>
          <a:xfrm>
            <a:off x="6332226" y="459206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0" name="正方形/長方形 32">
            <a:extLst>
              <a:ext uri="{FF2B5EF4-FFF2-40B4-BE49-F238E27FC236}">
                <a16:creationId xmlns:a16="http://schemas.microsoft.com/office/drawing/2014/main" id="{A0BFF9F8-40F9-CE45-A7E9-DE489658F8F2}"/>
              </a:ext>
            </a:extLst>
          </p:cNvPr>
          <p:cNvSpPr/>
          <p:nvPr userDrawn="1"/>
        </p:nvSpPr>
        <p:spPr>
          <a:xfrm>
            <a:off x="1221824" y="460606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1" name="正方形/長方形 33">
            <a:extLst>
              <a:ext uri="{FF2B5EF4-FFF2-40B4-BE49-F238E27FC236}">
                <a16:creationId xmlns:a16="http://schemas.microsoft.com/office/drawing/2014/main" id="{77C4F6DA-EC82-8F4B-973A-1194E1EBD2F9}"/>
              </a:ext>
            </a:extLst>
          </p:cNvPr>
          <p:cNvSpPr/>
          <p:nvPr userDrawn="1"/>
        </p:nvSpPr>
        <p:spPr>
          <a:xfrm>
            <a:off x="1221824" y="240892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2" name="正方形/長方形 33">
            <a:extLst>
              <a:ext uri="{FF2B5EF4-FFF2-40B4-BE49-F238E27FC236}">
                <a16:creationId xmlns:a16="http://schemas.microsoft.com/office/drawing/2014/main" id="{162A8958-050B-B64D-8DE6-15D13B8DF5FE}"/>
              </a:ext>
            </a:extLst>
          </p:cNvPr>
          <p:cNvSpPr/>
          <p:nvPr userDrawn="1"/>
        </p:nvSpPr>
        <p:spPr>
          <a:xfrm>
            <a:off x="6332226" y="2408924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8221213"/>
      </p:ext>
    </p:extLst>
  </p:cSld>
  <p:clrMapOvr>
    <a:masterClrMapping/>
  </p:clrMapOvr>
  <p:transition>
    <p:wipe dir="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C6628062-96B0-CC45-9C53-7F3A829C4671}"/>
              </a:ext>
            </a:extLst>
          </p:cNvPr>
          <p:cNvSpPr/>
          <p:nvPr userDrawn="1"/>
        </p:nvSpPr>
        <p:spPr bwMode="auto">
          <a:xfrm>
            <a:off x="0" y="12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C9F119-51C0-6240-90AA-D2E45A35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9" name="円/楕円 11">
            <a:extLst>
              <a:ext uri="{FF2B5EF4-FFF2-40B4-BE49-F238E27FC236}">
                <a16:creationId xmlns:a16="http://schemas.microsoft.com/office/drawing/2014/main" id="{AD74BA00-863B-E943-AD7A-F6A37678E6D6}"/>
              </a:ext>
            </a:extLst>
          </p:cNvPr>
          <p:cNvSpPr/>
          <p:nvPr userDrawn="1"/>
        </p:nvSpPr>
        <p:spPr>
          <a:xfrm>
            <a:off x="3088950" y="3787679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6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円/楕円 12">
            <a:extLst>
              <a:ext uri="{FF2B5EF4-FFF2-40B4-BE49-F238E27FC236}">
                <a16:creationId xmlns:a16="http://schemas.microsoft.com/office/drawing/2014/main" id="{1F2CB95B-65DD-5A47-A6D1-A4C76B54668E}"/>
              </a:ext>
            </a:extLst>
          </p:cNvPr>
          <p:cNvSpPr/>
          <p:nvPr userDrawn="1"/>
        </p:nvSpPr>
        <p:spPr>
          <a:xfrm>
            <a:off x="5252138" y="2545589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3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円/楕円 13">
            <a:extLst>
              <a:ext uri="{FF2B5EF4-FFF2-40B4-BE49-F238E27FC236}">
                <a16:creationId xmlns:a16="http://schemas.microsoft.com/office/drawing/2014/main" id="{CA591A6D-5D47-F648-8555-DED925CC9F0F}"/>
              </a:ext>
            </a:extLst>
          </p:cNvPr>
          <p:cNvSpPr/>
          <p:nvPr userDrawn="1"/>
        </p:nvSpPr>
        <p:spPr>
          <a:xfrm>
            <a:off x="5183388" y="3978458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4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円/楕円 10">
            <a:extLst>
              <a:ext uri="{FF2B5EF4-FFF2-40B4-BE49-F238E27FC236}">
                <a16:creationId xmlns:a16="http://schemas.microsoft.com/office/drawing/2014/main" id="{FF73889A-91DF-6040-94BE-9A695388461A}"/>
              </a:ext>
            </a:extLst>
          </p:cNvPr>
          <p:cNvSpPr/>
          <p:nvPr userDrawn="1"/>
        </p:nvSpPr>
        <p:spPr>
          <a:xfrm>
            <a:off x="3125661" y="2270585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1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円/楕円 9">
            <a:extLst>
              <a:ext uri="{FF2B5EF4-FFF2-40B4-BE49-F238E27FC236}">
                <a16:creationId xmlns:a16="http://schemas.microsoft.com/office/drawing/2014/main" id="{2867C8AA-F10D-574A-A51D-D80139A2F83F}"/>
              </a:ext>
            </a:extLst>
          </p:cNvPr>
          <p:cNvSpPr/>
          <p:nvPr userDrawn="1"/>
        </p:nvSpPr>
        <p:spPr>
          <a:xfrm>
            <a:off x="4154525" y="4656523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5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円/楕円 8">
            <a:extLst>
              <a:ext uri="{FF2B5EF4-FFF2-40B4-BE49-F238E27FC236}">
                <a16:creationId xmlns:a16="http://schemas.microsoft.com/office/drawing/2014/main" id="{E2E3C752-F793-E24C-A5BE-16DC98CE2FAA}"/>
              </a:ext>
            </a:extLst>
          </p:cNvPr>
          <p:cNvSpPr/>
          <p:nvPr userDrawn="1"/>
        </p:nvSpPr>
        <p:spPr>
          <a:xfrm>
            <a:off x="4154525" y="1857304"/>
            <a:ext cx="827999" cy="827999"/>
          </a:xfrm>
          <a:prstGeom prst="ellipse">
            <a:avLst/>
          </a:prstGeom>
          <a:solidFill>
            <a:srgbClr val="003798"/>
          </a:solidFill>
          <a:ln w="152400">
            <a:noFill/>
          </a:ln>
          <a:effectLst>
            <a:outerShdw dist="101600" dir="2700000" algn="tl" rotWithShape="0">
              <a:schemeClr val="bg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de-DE" altLang="ja-JP" sz="4267" b="0" i="0" dirty="0">
                <a:solidFill>
                  <a:schemeClr val="bg1"/>
                </a:solidFill>
                <a:latin typeface="+mj-lt"/>
              </a:rPr>
              <a:t>2</a:t>
            </a:r>
            <a:endParaRPr kumimoji="1" lang="ja-JP" altLang="en-US" sz="4267" b="0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円/楕円 4">
            <a:extLst>
              <a:ext uri="{FF2B5EF4-FFF2-40B4-BE49-F238E27FC236}">
                <a16:creationId xmlns:a16="http://schemas.microsoft.com/office/drawing/2014/main" id="{05DF8C92-B30C-314D-B593-5E1EDF8A5CBA}"/>
              </a:ext>
            </a:extLst>
          </p:cNvPr>
          <p:cNvSpPr/>
          <p:nvPr userDrawn="1"/>
        </p:nvSpPr>
        <p:spPr>
          <a:xfrm>
            <a:off x="3695430" y="2693118"/>
            <a:ext cx="1800000" cy="1800000"/>
          </a:xfrm>
          <a:prstGeom prst="ellipse">
            <a:avLst/>
          </a:prstGeom>
          <a:solidFill>
            <a:schemeClr val="bg1"/>
          </a:solidFill>
          <a:ln w="76200">
            <a:noFill/>
          </a:ln>
          <a:effectLst>
            <a:outerShdw dist="114300" dir="2700000" algn="tl" rotWithShape="0">
              <a:schemeClr val="accent2">
                <a:lumMod val="20000"/>
                <a:lumOff val="8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47" name="テキスト プレースホルダー 6">
            <a:extLst>
              <a:ext uri="{FF2B5EF4-FFF2-40B4-BE49-F238E27FC236}">
                <a16:creationId xmlns:a16="http://schemas.microsoft.com/office/drawing/2014/main" id="{8E631BB6-D807-4149-836B-AEAB92DB6D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6372" y="1847606"/>
            <a:ext cx="2252356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8" name="テキスト プレースホルダー 6">
            <a:extLst>
              <a:ext uri="{FF2B5EF4-FFF2-40B4-BE49-F238E27FC236}">
                <a16:creationId xmlns:a16="http://schemas.microsoft.com/office/drawing/2014/main" id="{4D85490C-1CBE-0F41-8DD2-4DBD43D71B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26372" y="2450613"/>
            <a:ext cx="2262012" cy="507910"/>
          </a:xfrm>
        </p:spPr>
        <p:txBody>
          <a:bodyPr anchor="t">
            <a:noAutofit/>
          </a:bodyPr>
          <a:lstStyle>
            <a:lvl1pPr algn="l"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49" name="正方形/長方形 17">
            <a:extLst>
              <a:ext uri="{FF2B5EF4-FFF2-40B4-BE49-F238E27FC236}">
                <a16:creationId xmlns:a16="http://schemas.microsoft.com/office/drawing/2014/main" id="{968D2A3D-AEA5-2C40-B55B-516C190DFCFF}"/>
              </a:ext>
            </a:extLst>
          </p:cNvPr>
          <p:cNvSpPr/>
          <p:nvPr userDrawn="1"/>
        </p:nvSpPr>
        <p:spPr>
          <a:xfrm>
            <a:off x="6626377" y="2351449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0" name="テキスト プレースホルダー 6">
            <a:extLst>
              <a:ext uri="{FF2B5EF4-FFF2-40B4-BE49-F238E27FC236}">
                <a16:creationId xmlns:a16="http://schemas.microsoft.com/office/drawing/2014/main" id="{38A533E2-D6FC-9E49-BC79-CC2B14F9C5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3217" y="3034055"/>
            <a:ext cx="2252356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1" name="テキスト プレースホルダー 6">
            <a:extLst>
              <a:ext uri="{FF2B5EF4-FFF2-40B4-BE49-F238E27FC236}">
                <a16:creationId xmlns:a16="http://schemas.microsoft.com/office/drawing/2014/main" id="{04B39A9A-AE77-4F4E-A62C-67FF05B81D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3217" y="3637058"/>
            <a:ext cx="2262012" cy="538195"/>
          </a:xfrm>
        </p:spPr>
        <p:txBody>
          <a:bodyPr anchor="t">
            <a:noAutofit/>
          </a:bodyPr>
          <a:lstStyle>
            <a:lvl1pPr algn="l"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2" name="正方形/長方形 23">
            <a:extLst>
              <a:ext uri="{FF2B5EF4-FFF2-40B4-BE49-F238E27FC236}">
                <a16:creationId xmlns:a16="http://schemas.microsoft.com/office/drawing/2014/main" id="{F5485D36-CED1-BD4E-A592-01E0D639AA0D}"/>
              </a:ext>
            </a:extLst>
          </p:cNvPr>
          <p:cNvSpPr/>
          <p:nvPr userDrawn="1"/>
        </p:nvSpPr>
        <p:spPr>
          <a:xfrm>
            <a:off x="6633222" y="3543763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3" name="テキスト プレースホルダー 6">
            <a:extLst>
              <a:ext uri="{FF2B5EF4-FFF2-40B4-BE49-F238E27FC236}">
                <a16:creationId xmlns:a16="http://schemas.microsoft.com/office/drawing/2014/main" id="{FBFAB2DD-8F27-B847-BE83-8A364BC481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26372" y="4255387"/>
            <a:ext cx="2252356" cy="480053"/>
          </a:xfrm>
        </p:spPr>
        <p:txBody>
          <a:bodyPr anchor="b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4" name="テキスト プレースホルダー 6">
            <a:extLst>
              <a:ext uri="{FF2B5EF4-FFF2-40B4-BE49-F238E27FC236}">
                <a16:creationId xmlns:a16="http://schemas.microsoft.com/office/drawing/2014/main" id="{81A4F53F-FA2A-D94B-B567-44066340CD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6372" y="4858394"/>
            <a:ext cx="2262012" cy="815548"/>
          </a:xfrm>
        </p:spPr>
        <p:txBody>
          <a:bodyPr anchor="t">
            <a:noAutofit/>
          </a:bodyPr>
          <a:lstStyle>
            <a:lvl1pPr marL="179380" marR="0" indent="-179380" algn="l" defTabSz="1219140" rtl="0" eaLnBrk="0" fontAlgn="base" latinLnBrk="0" hangingPunct="0">
              <a:lnSpc>
                <a:spcPct val="130000"/>
              </a:lnSpc>
              <a:spcBef>
                <a:spcPts val="700"/>
              </a:spcBef>
              <a:spcAft>
                <a:spcPct val="0"/>
              </a:spcAft>
              <a:buClr>
                <a:srgbClr val="616A74"/>
              </a:buClr>
              <a:buSzPct val="70000"/>
              <a:buFontTx/>
              <a:buBlip>
                <a:blip r:embed="rId2"/>
              </a:buBlip>
              <a:tabLst/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5" name="正方形/長方形 26">
            <a:extLst>
              <a:ext uri="{FF2B5EF4-FFF2-40B4-BE49-F238E27FC236}">
                <a16:creationId xmlns:a16="http://schemas.microsoft.com/office/drawing/2014/main" id="{1C44F1BF-20C1-C048-ADEC-BA56B60D58A6}"/>
              </a:ext>
            </a:extLst>
          </p:cNvPr>
          <p:cNvSpPr/>
          <p:nvPr userDrawn="1"/>
        </p:nvSpPr>
        <p:spPr>
          <a:xfrm>
            <a:off x="6626377" y="4765099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6" name="テキスト プレースホルダー 6">
            <a:extLst>
              <a:ext uri="{FF2B5EF4-FFF2-40B4-BE49-F238E27FC236}">
                <a16:creationId xmlns:a16="http://schemas.microsoft.com/office/drawing/2014/main" id="{7D63EE83-9CF7-AF4C-8BBA-7BA861F9FF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516" y="1841741"/>
            <a:ext cx="2313548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7" name="テキスト プレースホルダー 6">
            <a:extLst>
              <a:ext uri="{FF2B5EF4-FFF2-40B4-BE49-F238E27FC236}">
                <a16:creationId xmlns:a16="http://schemas.microsoft.com/office/drawing/2014/main" id="{44C2C4E8-B8D5-D740-B1C1-18104F5506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6598" y="2444744"/>
            <a:ext cx="2323466" cy="513779"/>
          </a:xfrm>
        </p:spPr>
        <p:txBody>
          <a:bodyPr anchor="t">
            <a:noAutofit/>
          </a:bodyPr>
          <a:lstStyle>
            <a:lvl1pPr algn="r"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58" name="正方形/長方形 29">
            <a:extLst>
              <a:ext uri="{FF2B5EF4-FFF2-40B4-BE49-F238E27FC236}">
                <a16:creationId xmlns:a16="http://schemas.microsoft.com/office/drawing/2014/main" id="{D5F9DF97-5C9E-3945-9E23-28319F9B1C0B}"/>
              </a:ext>
            </a:extLst>
          </p:cNvPr>
          <p:cNvSpPr/>
          <p:nvPr userDrawn="1"/>
        </p:nvSpPr>
        <p:spPr>
          <a:xfrm>
            <a:off x="1058227" y="2351449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59" name="テキスト プレースホルダー 6">
            <a:extLst>
              <a:ext uri="{FF2B5EF4-FFF2-40B4-BE49-F238E27FC236}">
                <a16:creationId xmlns:a16="http://schemas.microsoft.com/office/drawing/2014/main" id="{61C5A275-0312-054B-8449-4AA1866A6C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8693" y="3036187"/>
            <a:ext cx="2313548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0" name="テキスト プレースホルダー 6">
            <a:extLst>
              <a:ext uri="{FF2B5EF4-FFF2-40B4-BE49-F238E27FC236}">
                <a16:creationId xmlns:a16="http://schemas.microsoft.com/office/drawing/2014/main" id="{6E56C3E5-4A60-CD43-8903-F5912759FE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8775" y="3639190"/>
            <a:ext cx="2323466" cy="540661"/>
          </a:xfrm>
        </p:spPr>
        <p:txBody>
          <a:bodyPr anchor="t">
            <a:noAutofit/>
          </a:bodyPr>
          <a:lstStyle>
            <a:lvl1pPr algn="r"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1" name="正方形/長方形 32">
            <a:extLst>
              <a:ext uri="{FF2B5EF4-FFF2-40B4-BE49-F238E27FC236}">
                <a16:creationId xmlns:a16="http://schemas.microsoft.com/office/drawing/2014/main" id="{BE96FE35-4B70-D643-A207-F624E15CA5FD}"/>
              </a:ext>
            </a:extLst>
          </p:cNvPr>
          <p:cNvSpPr/>
          <p:nvPr userDrawn="1"/>
        </p:nvSpPr>
        <p:spPr>
          <a:xfrm>
            <a:off x="1060404" y="3545899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2" name="テキスト プレースホルダー 6">
            <a:extLst>
              <a:ext uri="{FF2B5EF4-FFF2-40B4-BE49-F238E27FC236}">
                <a16:creationId xmlns:a16="http://schemas.microsoft.com/office/drawing/2014/main" id="{FAE118E7-BDD0-4A4A-9D77-393C8DED45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114" y="4257515"/>
            <a:ext cx="2323466" cy="480053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7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3" name="テキスト プレースホルダー 6">
            <a:extLst>
              <a:ext uri="{FF2B5EF4-FFF2-40B4-BE49-F238E27FC236}">
                <a16:creationId xmlns:a16="http://schemas.microsoft.com/office/drawing/2014/main" id="{11B1EAF4-807E-434A-8AE8-91FB29F74B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3114" y="4860518"/>
            <a:ext cx="2323466" cy="815548"/>
          </a:xfrm>
        </p:spPr>
        <p:txBody>
          <a:bodyPr anchor="t">
            <a:noAutofit/>
          </a:bodyPr>
          <a:lstStyle>
            <a:lvl1pPr marL="179380" marR="0" indent="-179380" algn="r" defTabSz="1219140" rtl="0" eaLnBrk="0" fontAlgn="base" latinLnBrk="0" hangingPunct="0">
              <a:lnSpc>
                <a:spcPct val="130000"/>
              </a:lnSpc>
              <a:spcBef>
                <a:spcPts val="700"/>
              </a:spcBef>
              <a:spcAft>
                <a:spcPct val="0"/>
              </a:spcAft>
              <a:buClr>
                <a:srgbClr val="616A74"/>
              </a:buClr>
              <a:buSzPct val="70000"/>
              <a:buFontTx/>
              <a:buBlip>
                <a:blip r:embed="rId2"/>
              </a:buBlip>
              <a:tabLst/>
              <a:defRPr sz="12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64" name="正方形/長方形 35">
            <a:extLst>
              <a:ext uri="{FF2B5EF4-FFF2-40B4-BE49-F238E27FC236}">
                <a16:creationId xmlns:a16="http://schemas.microsoft.com/office/drawing/2014/main" id="{75534E82-A162-4A41-81FD-C05FD6E296E2}"/>
              </a:ext>
            </a:extLst>
          </p:cNvPr>
          <p:cNvSpPr/>
          <p:nvPr userDrawn="1"/>
        </p:nvSpPr>
        <p:spPr>
          <a:xfrm>
            <a:off x="1074743" y="4767223"/>
            <a:ext cx="1620321" cy="48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5" name="フリーフォーム 38">
            <a:extLst>
              <a:ext uri="{FF2B5EF4-FFF2-40B4-BE49-F238E27FC236}">
                <a16:creationId xmlns:a16="http://schemas.microsoft.com/office/drawing/2014/main" id="{AF0BA569-6EE9-1F49-8EEC-96F084D88BCD}"/>
              </a:ext>
            </a:extLst>
          </p:cNvPr>
          <p:cNvSpPr/>
          <p:nvPr userDrawn="1"/>
        </p:nvSpPr>
        <p:spPr>
          <a:xfrm>
            <a:off x="5122015" y="1931795"/>
            <a:ext cx="1391484" cy="392291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6" name="フリーフォーム 40">
            <a:extLst>
              <a:ext uri="{FF2B5EF4-FFF2-40B4-BE49-F238E27FC236}">
                <a16:creationId xmlns:a16="http://schemas.microsoft.com/office/drawing/2014/main" id="{C49E8CB2-5CF9-2E46-8599-5A3E224A9ACE}"/>
              </a:ext>
            </a:extLst>
          </p:cNvPr>
          <p:cNvSpPr/>
          <p:nvPr userDrawn="1"/>
        </p:nvSpPr>
        <p:spPr>
          <a:xfrm rot="10102656">
            <a:off x="6074404" y="3259259"/>
            <a:ext cx="425921" cy="134731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7" name="フリーフォーム 42">
            <a:extLst>
              <a:ext uri="{FF2B5EF4-FFF2-40B4-BE49-F238E27FC236}">
                <a16:creationId xmlns:a16="http://schemas.microsoft.com/office/drawing/2014/main" id="{1254882F-1547-AA48-B92A-D758AB746DF7}"/>
              </a:ext>
            </a:extLst>
          </p:cNvPr>
          <p:cNvSpPr/>
          <p:nvPr userDrawn="1"/>
        </p:nvSpPr>
        <p:spPr>
          <a:xfrm>
            <a:off x="2807943" y="4615679"/>
            <a:ext cx="1350766" cy="1010000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8" name="フリーフォーム 43">
            <a:extLst>
              <a:ext uri="{FF2B5EF4-FFF2-40B4-BE49-F238E27FC236}">
                <a16:creationId xmlns:a16="http://schemas.microsoft.com/office/drawing/2014/main" id="{E25A4EC7-2A86-E74D-803B-5B6F9D266EC5}"/>
              </a:ext>
            </a:extLst>
          </p:cNvPr>
          <p:cNvSpPr/>
          <p:nvPr userDrawn="1"/>
        </p:nvSpPr>
        <p:spPr>
          <a:xfrm>
            <a:off x="2772475" y="3492869"/>
            <a:ext cx="475700" cy="277906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69" name="フリーフォーム 44">
            <a:extLst>
              <a:ext uri="{FF2B5EF4-FFF2-40B4-BE49-F238E27FC236}">
                <a16:creationId xmlns:a16="http://schemas.microsoft.com/office/drawing/2014/main" id="{96149CF4-5EA7-3B48-A900-607AE92684BE}"/>
              </a:ext>
            </a:extLst>
          </p:cNvPr>
          <p:cNvSpPr/>
          <p:nvPr userDrawn="1"/>
        </p:nvSpPr>
        <p:spPr>
          <a:xfrm rot="18819473">
            <a:off x="2866690" y="2039192"/>
            <a:ext cx="376562" cy="384573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0" name="フリーフォーム 45">
            <a:extLst>
              <a:ext uri="{FF2B5EF4-FFF2-40B4-BE49-F238E27FC236}">
                <a16:creationId xmlns:a16="http://schemas.microsoft.com/office/drawing/2014/main" id="{E478CF2B-2984-1848-B1EA-B8091E8FEDB6}"/>
              </a:ext>
            </a:extLst>
          </p:cNvPr>
          <p:cNvSpPr/>
          <p:nvPr userDrawn="1"/>
        </p:nvSpPr>
        <p:spPr>
          <a:xfrm>
            <a:off x="6011387" y="4908887"/>
            <a:ext cx="494705" cy="176386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bg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sp>
        <p:nvSpPr>
          <p:cNvPr id="71" name="テキスト プレースホルダー 6">
            <a:extLst>
              <a:ext uri="{FF2B5EF4-FFF2-40B4-BE49-F238E27FC236}">
                <a16:creationId xmlns:a16="http://schemas.microsoft.com/office/drawing/2014/main" id="{4213C041-1515-4844-A06F-DC13C835F9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57830" y="2912294"/>
            <a:ext cx="1480651" cy="144175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A4A3E9F4-FC14-9A4C-82F8-F54D4CBAE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83307149"/>
      </p:ext>
    </p:extLst>
  </p:cSld>
  <p:clrMapOvr>
    <a:masterClrMapping/>
  </p:clrMapOvr>
  <p:transition>
    <p:wipe dir="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D734BC26-642C-5E49-86DA-99666C117ED6}"/>
              </a:ext>
            </a:extLst>
          </p:cNvPr>
          <p:cNvSpPr/>
          <p:nvPr userDrawn="1"/>
        </p:nvSpPr>
        <p:spPr bwMode="auto">
          <a:xfrm>
            <a:off x="0" y="12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300687-5D75-6541-89F7-3DF1DA6F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図プレースホルダー 5">
            <a:extLst>
              <a:ext uri="{FF2B5EF4-FFF2-40B4-BE49-F238E27FC236}">
                <a16:creationId xmlns:a16="http://schemas.microsoft.com/office/drawing/2014/main" id="{4FB488B5-E364-6E46-9936-88FD6DACC3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0500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8" name="図プレースホルダー 5">
            <a:extLst>
              <a:ext uri="{FF2B5EF4-FFF2-40B4-BE49-F238E27FC236}">
                <a16:creationId xmlns:a16="http://schemas.microsoft.com/office/drawing/2014/main" id="{E398F278-3204-D640-8667-75463D5B56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32616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9" name="図プレースホルダー 5">
            <a:extLst>
              <a:ext uri="{FF2B5EF4-FFF2-40B4-BE49-F238E27FC236}">
                <a16:creationId xmlns:a16="http://schemas.microsoft.com/office/drawing/2014/main" id="{CBF26332-DF89-184F-9E68-BE049A7D1FB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94442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0" name="図プレースホルダー 5">
            <a:extLst>
              <a:ext uri="{FF2B5EF4-FFF2-40B4-BE49-F238E27FC236}">
                <a16:creationId xmlns:a16="http://schemas.microsoft.com/office/drawing/2014/main" id="{EFFF127F-7012-9141-AC8E-78A152858CF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6143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1" name="図プレースホルダー 5">
            <a:extLst>
              <a:ext uri="{FF2B5EF4-FFF2-40B4-BE49-F238E27FC236}">
                <a16:creationId xmlns:a16="http://schemas.microsoft.com/office/drawing/2014/main" id="{DD3DC245-E51F-FD4F-8E78-A2E91631CB7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17844" y="1901647"/>
            <a:ext cx="1582680" cy="328682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 baseline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12" name="テキスト プレースホルダー 13">
            <a:extLst>
              <a:ext uri="{FF2B5EF4-FFF2-40B4-BE49-F238E27FC236}">
                <a16:creationId xmlns:a16="http://schemas.microsoft.com/office/drawing/2014/main" id="{4A80E9A2-0C97-9242-A854-A876817EA2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0848" y="4685759"/>
            <a:ext cx="1582545" cy="502708"/>
          </a:xfrm>
          <a:solidFill>
            <a:schemeClr val="bg1">
              <a:alpha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3" name="テキスト プレースホルダー 13">
            <a:extLst>
              <a:ext uri="{FF2B5EF4-FFF2-40B4-BE49-F238E27FC236}">
                <a16:creationId xmlns:a16="http://schemas.microsoft.com/office/drawing/2014/main" id="{AA67FAEF-C7C6-4D4A-A493-C3A4937D25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32881" y="4685759"/>
            <a:ext cx="1582545" cy="502708"/>
          </a:xfrm>
          <a:solidFill>
            <a:schemeClr val="bg1">
              <a:alpha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DB55DD7-C1D0-4149-A59B-70254F4623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17858" y="4685759"/>
            <a:ext cx="1582545" cy="502708"/>
          </a:xfrm>
          <a:solidFill>
            <a:schemeClr val="bg1">
              <a:alpha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344653C-2B18-0448-8D1C-565E849643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56241" y="4685759"/>
            <a:ext cx="1582545" cy="502708"/>
          </a:xfrm>
          <a:solidFill>
            <a:schemeClr val="bg1">
              <a:alpha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6" name="テキスト プレースホルダー 13">
            <a:extLst>
              <a:ext uri="{FF2B5EF4-FFF2-40B4-BE49-F238E27FC236}">
                <a16:creationId xmlns:a16="http://schemas.microsoft.com/office/drawing/2014/main" id="{71FA2E77-659E-2F4C-9847-1D36E3E841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4529" y="4685759"/>
            <a:ext cx="1582545" cy="502708"/>
          </a:xfrm>
          <a:solidFill>
            <a:schemeClr val="bg1">
              <a:alpha val="80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 b="0" i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7" name="テキスト プレースホルダー 6">
            <a:extLst>
              <a:ext uri="{FF2B5EF4-FFF2-40B4-BE49-F238E27FC236}">
                <a16:creationId xmlns:a16="http://schemas.microsoft.com/office/drawing/2014/main" id="{ED872C9A-CCA5-084C-B01C-935B88853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505" y="5431585"/>
            <a:ext cx="8100859" cy="620483"/>
          </a:xfr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8" name="正方形/長方形 19">
            <a:extLst>
              <a:ext uri="{FF2B5EF4-FFF2-40B4-BE49-F238E27FC236}">
                <a16:creationId xmlns:a16="http://schemas.microsoft.com/office/drawing/2014/main" id="{516079E3-84EA-7C48-A4C9-F52CB56B3E5A}"/>
              </a:ext>
            </a:extLst>
          </p:cNvPr>
          <p:cNvSpPr/>
          <p:nvPr userDrawn="1"/>
        </p:nvSpPr>
        <p:spPr>
          <a:xfrm>
            <a:off x="370497" y="5335572"/>
            <a:ext cx="2412000" cy="4800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C1A19A5-0863-6B41-A30F-1C7D2162F4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293504625"/>
      </p:ext>
    </p:extLst>
  </p:cSld>
  <p:clrMapOvr>
    <a:masterClrMapping/>
  </p:clrMapOvr>
  <p:transition>
    <p:wipe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986A611-8386-F342-B4E1-B941D193ABE2}"/>
              </a:ext>
            </a:extLst>
          </p:cNvPr>
          <p:cNvSpPr/>
          <p:nvPr userDrawn="1"/>
        </p:nvSpPr>
        <p:spPr bwMode="auto">
          <a:xfrm>
            <a:off x="0" y="12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AC802B-11CA-3443-AEAB-6B401109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図プレースホルダー 9">
            <a:extLst>
              <a:ext uri="{FF2B5EF4-FFF2-40B4-BE49-F238E27FC236}">
                <a16:creationId xmlns:a16="http://schemas.microsoft.com/office/drawing/2014/main" id="{80AEFC7E-F893-5D43-B5AE-21E8BF1175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91791" y="1846441"/>
            <a:ext cx="5652213" cy="312034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kumimoji="1" lang="en-US" altLang="ja-JP" dirty="0"/>
              <a:t>Bild einfügen</a:t>
            </a:r>
            <a:endParaRPr kumimoji="1" lang="ja-JP" altLang="en-US" dirty="0"/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844E9B5E-B35A-5D49-9C27-9AC0F2830CE1}"/>
              </a:ext>
            </a:extLst>
          </p:cNvPr>
          <p:cNvSpPr/>
          <p:nvPr userDrawn="1"/>
        </p:nvSpPr>
        <p:spPr>
          <a:xfrm>
            <a:off x="0" y="1846441"/>
            <a:ext cx="3491786" cy="3120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67" b="0" i="0" dirty="0">
              <a:solidFill>
                <a:srgbClr val="003798"/>
              </a:solidFill>
              <a:latin typeface="+mj-lt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EFD1A49-0E41-8B44-8356-EC7C72D742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500" y="2062465"/>
            <a:ext cx="2869236" cy="268829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2400" b="0" i="0" baseline="0">
                <a:solidFill>
                  <a:srgbClr val="003798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  <p:sp>
        <p:nvSpPr>
          <p:cNvPr id="11" name="正方形/長方形 19">
            <a:extLst>
              <a:ext uri="{FF2B5EF4-FFF2-40B4-BE49-F238E27FC236}">
                <a16:creationId xmlns:a16="http://schemas.microsoft.com/office/drawing/2014/main" id="{C1F56158-65FB-1247-A065-AF9633291807}"/>
              </a:ext>
            </a:extLst>
          </p:cNvPr>
          <p:cNvSpPr/>
          <p:nvPr userDrawn="1"/>
        </p:nvSpPr>
        <p:spPr>
          <a:xfrm>
            <a:off x="370497" y="5335572"/>
            <a:ext cx="2412000" cy="4800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7" b="0" i="0" dirty="0">
              <a:latin typeface="+mj-lt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ED1BA6D-C8E2-E141-93B6-0A430D69E2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13" name="テキスト プレースホルダー 6">
            <a:extLst>
              <a:ext uri="{FF2B5EF4-FFF2-40B4-BE49-F238E27FC236}">
                <a16:creationId xmlns:a16="http://schemas.microsoft.com/office/drawing/2014/main" id="{44038F4A-513D-0041-B37D-2D7E059598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505" y="5431585"/>
            <a:ext cx="8100859" cy="620483"/>
          </a:xfr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000" b="0" i="0" baseline="0">
                <a:solidFill>
                  <a:srgbClr val="EFEFEF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</a:t>
            </a:r>
            <a:r>
              <a:rPr kumimoji="1" lang="en-US" altLang="ja-JP" dirty="0" err="1"/>
              <a:t>hier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7276002"/>
      </p:ext>
    </p:extLst>
  </p:cSld>
  <p:clrMapOvr>
    <a:masterClrMapping/>
  </p:clrMapOvr>
  <p:transition>
    <p:wipe dir="d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CE67400-9E6A-754B-ABC3-6F03F8ECC3C2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769C885-8452-5240-A588-BFB480C9D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671AAF3-575E-7F49-A67D-703E7A25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505" y="1846263"/>
            <a:ext cx="6675437" cy="409257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8ACDF07-49E8-2841-99A2-E2C69712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528669"/>
      </p:ext>
    </p:extLst>
  </p:cSld>
  <p:clrMapOvr>
    <a:masterClrMapping/>
  </p:clrMapOvr>
  <p:transition>
    <p:wipe dir="d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B519A24-9969-F241-ADC3-B72357029FDC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5AE7124-DD61-6847-98FB-FFBE8982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6C52743-D243-8743-9ADF-69ABC8724E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774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BB0D4B61-9122-B74D-B20B-D8A6CA2C1F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46600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B403243-5E99-8044-BFBB-EE4EEBCBB8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207928231"/>
      </p:ext>
    </p:extLst>
  </p:cSld>
  <p:clrMapOvr>
    <a:masterClrMapping/>
  </p:clrMapOvr>
  <p:transition>
    <p:wipe dir="d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3CA408B3-5FB7-BA47-B454-39B21C56E53B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183CF8F-B020-3447-AC87-DDF30437D0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774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F0999AB-CA2E-EA4F-BD22-4161F8F0F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638E2FB9-93F8-F74A-B821-C6E3D3C6F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5488" y="1845733"/>
            <a:ext cx="3960812" cy="3911600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E8DAEFB-1B36-8C46-B63B-5DB3FFBB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0859031"/>
      </p:ext>
    </p:extLst>
  </p:cSld>
  <p:clrMapOvr>
    <a:masterClrMapping/>
  </p:clrMapOvr>
  <p:transition>
    <p:wipe dir="d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0C55AA5-D968-7C4C-AE02-0D64A1E283BB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05B073D-1EB9-564B-B0EA-36FB2BF2D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500" y="1845733"/>
            <a:ext cx="3960200" cy="3911600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A2FAC665-5FAA-9A46-BD96-67219CC645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58957" y="1845733"/>
            <a:ext cx="3960000" cy="3840000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2E691D6-B980-A849-B186-89F6D042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CC3E87-8B59-6646-9EEF-FBCE5EE7F6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078097713"/>
      </p:ext>
    </p:extLst>
  </p:cSld>
  <p:clrMapOvr>
    <a:masterClrMapping/>
  </p:clrMapOvr>
  <p:transition>
    <p:wipe dir="d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193D7A76-22BB-CE4B-9A70-5264C90A312B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C9CAAA9-46A3-434A-8401-2CE4D16E30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6E898B1-5F58-744B-A519-D8AEFD882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5488" y="1845733"/>
            <a:ext cx="3960812" cy="3911600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C52ED4C-6240-7248-B1DB-830888C2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1687BC2D-91BF-6C45-89CA-1B0AF2D81AB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73624" y="1845733"/>
            <a:ext cx="3960812" cy="3911600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37724108"/>
      </p:ext>
    </p:extLst>
  </p:cSld>
  <p:clrMapOvr>
    <a:masterClrMapping/>
  </p:clrMapOvr>
  <p:transition>
    <p:wipe dir="d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1D66E57-2541-F64D-8C0B-809DE3AA22A1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04054386-B25F-F54E-B0DD-7E5E46FC2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212" y="1535113"/>
            <a:ext cx="3961488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8F42DCE8-EF55-DA4D-B172-9590BF222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35488" y="1535113"/>
            <a:ext cx="3960812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8339EE7-1CDC-3C4E-81AA-DA418184D0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AF2E71CF-27E1-7348-846C-7757B8208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5488" y="2268721"/>
            <a:ext cx="3960812" cy="3488612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1388225-BC4D-0843-8D7D-EE2E812B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00" y="536393"/>
            <a:ext cx="5715000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AFBFBB6D-4049-8C43-ADD7-3039DDFE4946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73624" y="2268721"/>
            <a:ext cx="3960812" cy="3488612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10907628"/>
      </p:ext>
    </p:extLst>
  </p:cSld>
  <p:clrMapOvr>
    <a:masterClrMapping/>
  </p:clrMapOvr>
  <p:transition>
    <p:wipe dir="d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B2D3999-99F6-5948-ADC4-A43B4207962D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F4DF8330-A1A5-5248-8308-3819DEF051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4330700" cy="6155267"/>
          </a:xfrm>
          <a:solidFill>
            <a:srgbClr val="EFEFEF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+mj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8F86389-A904-404F-B1A3-5430A40DC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AC4D9FEF-F442-B04F-9FA5-FA58C9B83C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5488" y="1535113"/>
            <a:ext cx="3960812" cy="639763"/>
          </a:xfr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1000"/>
              </a:spcBef>
              <a:buNone/>
              <a:defRPr sz="1600" b="1" i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25BF83EC-F0F1-144A-9DEF-C58060D5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5488" y="2268721"/>
            <a:ext cx="3960812" cy="3488612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67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Bef>
                <a:spcPts val="1000"/>
              </a:spcBef>
              <a:defRPr sz="1600" b="0" i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Bef>
                <a:spcPts val="1000"/>
              </a:spcBef>
              <a:defRPr sz="1400" b="0" i="0">
                <a:solidFill>
                  <a:schemeClr val="bg1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B3EC125D-A486-FE45-BE62-28302EB8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88" y="536393"/>
            <a:ext cx="3640324" cy="90487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26219541"/>
      </p:ext>
    </p:extLst>
  </p:cSld>
  <p:clrMapOvr>
    <a:masterClrMapping/>
  </p:clrMapOvr>
  <p:transition>
    <p:wipe dir="d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34F8EC3-E65C-3F44-8982-F17647ECDA8E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rgbClr val="003798">
                  <a:alpha val="75000"/>
                </a:srgbClr>
              </a:gs>
              <a:gs pos="100000">
                <a:srgbClr val="003798"/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6FE2C72-C12A-4C4F-A897-8E2D42D0B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14" t="1" r="19683" b="80092"/>
          <a:stretch/>
        </p:blipFill>
        <p:spPr>
          <a:xfrm>
            <a:off x="8308505" y="9"/>
            <a:ext cx="420915" cy="996893"/>
          </a:xfrm>
          <a:prstGeom prst="rect">
            <a:avLst/>
          </a:prstGeom>
          <a:noFill/>
          <a:effectLst/>
        </p:spPr>
      </p:pic>
      <p:grpSp>
        <p:nvGrpSpPr>
          <p:cNvPr id="10" name="Gruppierung 4">
            <a:extLst>
              <a:ext uri="{FF2B5EF4-FFF2-40B4-BE49-F238E27FC236}">
                <a16:creationId xmlns:a16="http://schemas.microsoft.com/office/drawing/2014/main" id="{5483F4F7-78BC-C14C-9779-BEDA680507AD}"/>
              </a:ext>
            </a:extLst>
          </p:cNvPr>
          <p:cNvGrpSpPr/>
          <p:nvPr userDrawn="1"/>
        </p:nvGrpSpPr>
        <p:grpSpPr>
          <a:xfrm>
            <a:off x="1" y="5"/>
            <a:ext cx="1008528" cy="1365249"/>
            <a:chOff x="6150429" y="2549072"/>
            <a:chExt cx="2068286" cy="3038928"/>
          </a:xfrm>
          <a:solidFill>
            <a:srgbClr val="D6D6D6"/>
          </a:solidFill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4E74DCC-E86F-004E-9A38-AC283A3EB640}"/>
                </a:ext>
              </a:extLst>
            </p:cNvPr>
            <p:cNvSpPr/>
            <p:nvPr/>
          </p:nvSpPr>
          <p:spPr bwMode="auto">
            <a:xfrm>
              <a:off x="6150429" y="2549072"/>
              <a:ext cx="1161143" cy="1161143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B016010-EF99-DD45-A025-3B101163E3EA}"/>
                </a:ext>
              </a:extLst>
            </p:cNvPr>
            <p:cNvSpPr/>
            <p:nvPr/>
          </p:nvSpPr>
          <p:spPr bwMode="auto">
            <a:xfrm>
              <a:off x="7311573" y="3701144"/>
              <a:ext cx="907142" cy="907142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4B44001-043E-AC40-A55C-FDA47BBF9B91}"/>
                </a:ext>
              </a:extLst>
            </p:cNvPr>
            <p:cNvSpPr/>
            <p:nvPr/>
          </p:nvSpPr>
          <p:spPr bwMode="auto">
            <a:xfrm>
              <a:off x="6676573" y="4608285"/>
              <a:ext cx="634999" cy="634999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0820251-3988-FA4B-ABF4-BD3184CB111F}"/>
                </a:ext>
              </a:extLst>
            </p:cNvPr>
            <p:cNvSpPr/>
            <p:nvPr/>
          </p:nvSpPr>
          <p:spPr bwMode="auto">
            <a:xfrm>
              <a:off x="7311573" y="5234215"/>
              <a:ext cx="353785" cy="353785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b"/>
            <a:lstStyle/>
            <a:p>
              <a:pPr>
                <a:spcBef>
                  <a:spcPct val="50000"/>
                </a:spcBef>
                <a:defRPr/>
              </a:pPr>
              <a:endParaRPr lang="de-DE" b="0" i="0" dirty="0">
                <a:latin typeface="+mj-lt"/>
                <a:ea typeface="Arial" charset="0"/>
                <a:cs typeface="Arial" charset="0"/>
              </a:endParaRPr>
            </a:p>
          </p:txBody>
        </p:sp>
      </p:grpSp>
      <p:sp>
        <p:nvSpPr>
          <p:cNvPr id="17" name="Titel 1">
            <a:extLst>
              <a:ext uri="{FF2B5EF4-FFF2-40B4-BE49-F238E27FC236}">
                <a16:creationId xmlns:a16="http://schemas.microsoft.com/office/drawing/2014/main" id="{BE49E44F-B2C6-D044-B7A0-7FFA0B74F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9" y="2799331"/>
            <a:ext cx="6628621" cy="1571388"/>
          </a:xfrm>
        </p:spPr>
        <p:txBody>
          <a:bodyPr anchor="t"/>
          <a:lstStyle>
            <a:lvl1pPr algn="l">
              <a:defRPr sz="2000" b="0" i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9435351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hyperlink" Target="http://www.versicherungsakademie.de/" TargetMode="Externa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BE35C78F-128C-6A44-8131-5EA7BF087844}"/>
              </a:ext>
            </a:extLst>
          </p:cNvPr>
          <p:cNvSpPr/>
          <p:nvPr userDrawn="1"/>
        </p:nvSpPr>
        <p:spPr bwMode="auto">
          <a:xfrm>
            <a:off x="0" y="-1"/>
            <a:ext cx="9144000" cy="614680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FEFEF"/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1026" name="Rectangle 96"/>
          <p:cNvSpPr>
            <a:spLocks noGrp="1" noChangeArrowheads="1"/>
          </p:cNvSpPr>
          <p:nvPr>
            <p:ph type="title"/>
          </p:nvPr>
        </p:nvSpPr>
        <p:spPr bwMode="auto">
          <a:xfrm>
            <a:off x="370500" y="536393"/>
            <a:ext cx="57150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9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0505" y="1630369"/>
            <a:ext cx="6675437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28" name="Line 116"/>
          <p:cNvSpPr>
            <a:spLocks noChangeShapeType="1"/>
          </p:cNvSpPr>
          <p:nvPr/>
        </p:nvSpPr>
        <p:spPr bwMode="auto">
          <a:xfrm>
            <a:off x="4714883" y="5902330"/>
            <a:ext cx="9525" cy="6715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/>
          <a:p>
            <a:endParaRPr lang="de-DE" b="0" i="0" dirty="0">
              <a:latin typeface="+mj-lt"/>
            </a:endParaRPr>
          </a:p>
        </p:txBody>
      </p:sp>
      <p:sp>
        <p:nvSpPr>
          <p:cNvPr id="14" name="Rectangle 124">
            <a:extLst>
              <a:ext uri="{FF2B5EF4-FFF2-40B4-BE49-F238E27FC236}">
                <a16:creationId xmlns:a16="http://schemas.microsoft.com/office/drawing/2014/main" id="{7B3EE125-72C9-4E43-8C08-08640CD3BB3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73541"/>
            <a:ext cx="9144000" cy="684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15" name="Rectangle 124">
            <a:extLst>
              <a:ext uri="{FF2B5EF4-FFF2-40B4-BE49-F238E27FC236}">
                <a16:creationId xmlns:a16="http://schemas.microsoft.com/office/drawing/2014/main" id="{755409F8-046E-D544-BC8F-0D42A85115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44000"/>
            <a:ext cx="9144000" cy="120000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21" name="Text Box 99">
            <a:extLst>
              <a:ext uri="{FF2B5EF4-FFF2-40B4-BE49-F238E27FC236}">
                <a16:creationId xmlns:a16="http://schemas.microsoft.com/office/drawing/2014/main" id="{A3921E9B-ADBD-4F45-9D63-BF958A3B4C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0505" y="6335139"/>
            <a:ext cx="249360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sz="1100" b="0" i="0" dirty="0">
                <a:solidFill>
                  <a:srgbClr val="B2B2B2"/>
                </a:solidFill>
                <a:latin typeface="+mj-lt"/>
              </a:rPr>
              <a:t>Seite </a:t>
            </a:r>
            <a:fld id="{FD7EB196-0C31-324D-9A80-59E58D3BAD3A}" type="slidenum">
              <a:rPr lang="de-DE" sz="1100" b="0" i="0" smtClean="0">
                <a:solidFill>
                  <a:srgbClr val="B2B2B2"/>
                </a:solidFill>
                <a:latin typeface="+mj-lt"/>
              </a:rPr>
              <a:t>‹Nr.›</a:t>
            </a:fld>
            <a:endParaRPr lang="de-DE" sz="1100" b="0" i="0" dirty="0">
              <a:solidFill>
                <a:srgbClr val="B2B2B2"/>
              </a:solidFill>
              <a:latin typeface="+mj-lt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F6AB625-9C5D-8345-A619-E59FCACA3FAC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043" y="132085"/>
            <a:ext cx="559702" cy="753358"/>
          </a:xfrm>
          <a:prstGeom prst="rect">
            <a:avLst/>
          </a:prstGeom>
          <a:noFill/>
          <a:effectLst/>
        </p:spPr>
      </p:pic>
      <p:sp>
        <p:nvSpPr>
          <p:cNvPr id="28" name="Rectangle 92">
            <a:extLst>
              <a:ext uri="{FF2B5EF4-FFF2-40B4-BE49-F238E27FC236}">
                <a16:creationId xmlns:a16="http://schemas.microsoft.com/office/drawing/2014/main" id="{DBB0B332-802A-1E48-B1C7-55286CD058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91442" y="6264000"/>
            <a:ext cx="2852558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1000" b="0" i="0" dirty="0">
              <a:latin typeface="+mj-lt"/>
            </a:endParaRPr>
          </a:p>
        </p:txBody>
      </p:sp>
      <p:sp>
        <p:nvSpPr>
          <p:cNvPr id="30" name="Text Box 99">
            <a:extLst>
              <a:ext uri="{FF2B5EF4-FFF2-40B4-BE49-F238E27FC236}">
                <a16:creationId xmlns:a16="http://schemas.microsoft.com/office/drawing/2014/main" id="{DD97844F-05F9-6B4B-BD84-01958066B3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00964" y="6335139"/>
            <a:ext cx="2493601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sz="1100" b="0" i="0" dirty="0">
                <a:solidFill>
                  <a:srgbClr val="B2B2B2"/>
                </a:solidFill>
                <a:latin typeface="+mj-lt"/>
              </a:rPr>
              <a:t>Eine Branche macht Bildung</a:t>
            </a:r>
          </a:p>
        </p:txBody>
      </p:sp>
      <p:sp>
        <p:nvSpPr>
          <p:cNvPr id="16" name="Text Box 99">
            <a:extLst>
              <a:ext uri="{FF2B5EF4-FFF2-40B4-BE49-F238E27FC236}">
                <a16:creationId xmlns:a16="http://schemas.microsoft.com/office/drawing/2014/main" id="{B383A543-8E65-D145-B57D-B80DD82971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0500" y="6590035"/>
            <a:ext cx="30455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eaLnBrk="1" hangingPunct="1">
              <a:defRPr/>
            </a:pPr>
            <a:r>
              <a:rPr lang="de-DE" sz="600" b="0" i="0" u="none" dirty="0">
                <a:solidFill>
                  <a:srgbClr val="003798"/>
                </a:solidFill>
                <a:latin typeface="+mj-lt"/>
                <a:hlinkClick r:id="rId45"/>
              </a:rPr>
              <a:t>www.versicherungsakademie.de</a:t>
            </a:r>
            <a:endParaRPr lang="de-DE" sz="600" b="0" i="0" u="none" dirty="0">
              <a:solidFill>
                <a:srgbClr val="003798"/>
              </a:solidFill>
              <a:latin typeface="+mj-lt"/>
            </a:endParaRPr>
          </a:p>
          <a:p>
            <a:pPr algn="l" eaLnBrk="1" hangingPunct="1">
              <a:defRPr/>
            </a:pPr>
            <a:r>
              <a:rPr lang="de-DE" sz="600" b="0" i="0" u="none" kern="1200" dirty="0">
                <a:solidFill>
                  <a:srgbClr val="003798"/>
                </a:solidFill>
                <a:latin typeface="+mj-lt"/>
                <a:ea typeface="+mn-ea"/>
                <a:cs typeface="Arial" pitchFamily="34" charset="0"/>
              </a:rPr>
              <a:t>www.bwv.de </a:t>
            </a:r>
          </a:p>
        </p:txBody>
      </p:sp>
      <p:sp>
        <p:nvSpPr>
          <p:cNvPr id="18" name="Text Box 99">
            <a:extLst>
              <a:ext uri="{FF2B5EF4-FFF2-40B4-BE49-F238E27FC236}">
                <a16:creationId xmlns:a16="http://schemas.microsoft.com/office/drawing/2014/main" id="{8EE497EC-F572-7E40-A764-ED9244102A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97265" y="6557447"/>
            <a:ext cx="246715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de-DE" sz="600" b="0" i="0" kern="120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© Deutsche Versicherungsakademie (DVA) GmbH und Berufsbildungswerk</a:t>
            </a:r>
            <a:r>
              <a:rPr lang="de-DE" sz="600" b="0" i="0" kern="1200" baseline="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 der deutschen Versicherungswirtschaft (BWV)</a:t>
            </a:r>
            <a:r>
              <a:rPr lang="de-DE" sz="600" b="0" i="0" kern="1200" dirty="0">
                <a:solidFill>
                  <a:srgbClr val="003798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2" r:id="rId2"/>
    <p:sldLayoutId id="2147483691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673" r:id="rId15"/>
    <p:sldLayoutId id="2147483676" r:id="rId16"/>
    <p:sldLayoutId id="2147483685" r:id="rId17"/>
    <p:sldLayoutId id="2147483686" r:id="rId18"/>
    <p:sldLayoutId id="2147483674" r:id="rId19"/>
    <p:sldLayoutId id="2147483675" r:id="rId20"/>
    <p:sldLayoutId id="2147483677" r:id="rId21"/>
    <p:sldLayoutId id="2147483679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683" r:id="rId35"/>
    <p:sldLayoutId id="2147483687" r:id="rId36"/>
    <p:sldLayoutId id="2147483688" r:id="rId37"/>
    <p:sldLayoutId id="2147483689" r:id="rId38"/>
    <p:sldLayoutId id="2147483680" r:id="rId39"/>
    <p:sldLayoutId id="2147483690" r:id="rId40"/>
    <p:sldLayoutId id="2147483684" r:id="rId41"/>
    <p:sldLayoutId id="2147483681" r:id="rId42"/>
  </p:sldLayoutIdLst>
  <p:transition>
    <p:wipe dir="d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0" i="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accent2"/>
          </a:solidFill>
          <a:latin typeface="Arial" charset="0"/>
        </a:defRPr>
      </a:lvl5pPr>
      <a:lvl6pPr marL="457178" algn="l" rtl="0" fontAlgn="base">
        <a:spcBef>
          <a:spcPct val="0"/>
        </a:spcBef>
        <a:spcAft>
          <a:spcPct val="0"/>
        </a:spcAft>
        <a:defRPr sz="2600" b="1">
          <a:solidFill>
            <a:srgbClr val="00912A"/>
          </a:solidFill>
          <a:latin typeface="Arial" charset="0"/>
        </a:defRPr>
      </a:lvl6pPr>
      <a:lvl7pPr marL="914354" algn="l" rtl="0" fontAlgn="base">
        <a:spcBef>
          <a:spcPct val="0"/>
        </a:spcBef>
        <a:spcAft>
          <a:spcPct val="0"/>
        </a:spcAft>
        <a:defRPr sz="2600" b="1">
          <a:solidFill>
            <a:srgbClr val="00912A"/>
          </a:solidFill>
          <a:latin typeface="Arial" charset="0"/>
        </a:defRPr>
      </a:lvl7pPr>
      <a:lvl8pPr marL="1371532" algn="l" rtl="0" fontAlgn="base">
        <a:spcBef>
          <a:spcPct val="0"/>
        </a:spcBef>
        <a:spcAft>
          <a:spcPct val="0"/>
        </a:spcAft>
        <a:defRPr sz="2600" b="1">
          <a:solidFill>
            <a:srgbClr val="00912A"/>
          </a:solidFill>
          <a:latin typeface="Arial" charset="0"/>
        </a:defRPr>
      </a:lvl8pPr>
      <a:lvl9pPr marL="1828709" algn="l" rtl="0" fontAlgn="base">
        <a:spcBef>
          <a:spcPct val="0"/>
        </a:spcBef>
        <a:spcAft>
          <a:spcPct val="0"/>
        </a:spcAft>
        <a:defRPr sz="2600" b="1">
          <a:solidFill>
            <a:srgbClr val="00912A"/>
          </a:solidFill>
          <a:latin typeface="Arial" charset="0"/>
        </a:defRPr>
      </a:lvl9pPr>
    </p:titleStyle>
    <p:bodyStyle>
      <a:lvl1pPr marL="179380" indent="-179380" algn="l" rtl="0" eaLnBrk="0" fontAlgn="base" hangingPunct="0">
        <a:lnSpc>
          <a:spcPct val="130000"/>
        </a:lnSpc>
        <a:spcBef>
          <a:spcPts val="700"/>
        </a:spcBef>
        <a:spcAft>
          <a:spcPct val="0"/>
        </a:spcAft>
        <a:buClr>
          <a:srgbClr val="616A74"/>
        </a:buClr>
        <a:buSzPct val="70000"/>
        <a:buBlip>
          <a:blip r:embed="rId46"/>
        </a:buBlip>
        <a:defRPr sz="1600" b="0" i="0">
          <a:solidFill>
            <a:schemeClr val="tx1"/>
          </a:solidFill>
          <a:latin typeface="+mj-lt"/>
          <a:ea typeface="+mn-ea"/>
          <a:cs typeface="+mn-cs"/>
        </a:defRPr>
      </a:lvl1pPr>
      <a:lvl2pPr marL="536548" indent="-169854" algn="l" rtl="0" eaLnBrk="0" fontAlgn="base" hangingPunct="0">
        <a:lnSpc>
          <a:spcPct val="130000"/>
        </a:lnSpc>
        <a:spcBef>
          <a:spcPts val="700"/>
        </a:spcBef>
        <a:spcAft>
          <a:spcPct val="0"/>
        </a:spcAft>
        <a:buFont typeface="Lucida Grande"/>
        <a:buChar char="»"/>
        <a:defRPr sz="1400" b="0" i="0">
          <a:solidFill>
            <a:schemeClr val="tx1"/>
          </a:solidFill>
          <a:latin typeface="+mj-lt"/>
          <a:ea typeface="ヒラギノ角ゴ Pro W3" charset="-128"/>
          <a:cs typeface="ヒラギノ角ゴ Pro W3"/>
        </a:defRPr>
      </a:lvl2pPr>
      <a:lvl3pPr marL="895306" indent="-160331" algn="l" rtl="0" eaLnBrk="0" fontAlgn="base" hangingPunct="0">
        <a:lnSpc>
          <a:spcPct val="130000"/>
        </a:lnSpc>
        <a:spcBef>
          <a:spcPts val="700"/>
        </a:spcBef>
        <a:spcAft>
          <a:spcPct val="0"/>
        </a:spcAft>
        <a:buFont typeface="Symbol" pitchFamily="18" charset="2"/>
        <a:buChar char="-"/>
        <a:defRPr sz="1200" b="0" i="0">
          <a:solidFill>
            <a:schemeClr val="tx1"/>
          </a:solidFill>
          <a:latin typeface="+mj-lt"/>
          <a:ea typeface="ヒラギノ角ゴ Pro W3" charset="-128"/>
          <a:cs typeface="ヒラギノ角ゴ Pro W3"/>
        </a:defRPr>
      </a:lvl3pPr>
      <a:lvl4pPr marL="1254063" indent="-150807" algn="l" rtl="0" eaLnBrk="0" fontAlgn="base" hangingPunct="0">
        <a:lnSpc>
          <a:spcPct val="130000"/>
        </a:lnSpc>
        <a:spcBef>
          <a:spcPts val="700"/>
        </a:spcBef>
        <a:spcAft>
          <a:spcPct val="0"/>
        </a:spcAft>
        <a:buFont typeface="Arial" pitchFamily="34" charset="0"/>
        <a:buChar char="•"/>
        <a:defRPr sz="1050" b="0" i="0">
          <a:solidFill>
            <a:schemeClr val="tx1"/>
          </a:solidFill>
          <a:latin typeface="+mj-lt"/>
          <a:ea typeface="ヒラギノ角ゴ Pro W3" charset="-128"/>
          <a:cs typeface="ヒラギノ角ゴ Pro W3"/>
        </a:defRPr>
      </a:lvl4pPr>
      <a:lvl5pPr marL="1611233" indent="-141280" algn="l" rtl="0" eaLnBrk="0" fontAlgn="base" hangingPunct="0">
        <a:lnSpc>
          <a:spcPct val="130000"/>
        </a:lnSpc>
        <a:spcBef>
          <a:spcPts val="700"/>
        </a:spcBef>
        <a:spcAft>
          <a:spcPct val="0"/>
        </a:spcAft>
        <a:buChar char="»"/>
        <a:defRPr sz="900" b="0" i="0">
          <a:solidFill>
            <a:schemeClr val="tx1"/>
          </a:solidFill>
          <a:latin typeface="+mj-lt"/>
          <a:ea typeface="ヒラギノ角ゴ Pro W3" charset="-128"/>
          <a:cs typeface="ヒラギノ角ゴ Pro W3"/>
        </a:defRPr>
      </a:lvl5pPr>
      <a:lvl6pPr marL="2514474" indent="-228589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652" indent="-228589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8829" indent="-228589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006" indent="-228589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0" userDrawn="1">
          <p15:clr>
            <a:srgbClr val="F26B43"/>
          </p15:clr>
        </p15:guide>
        <p15:guide id="2" pos="2857" userDrawn="1">
          <p15:clr>
            <a:srgbClr val="F26B43"/>
          </p15:clr>
        </p15:guide>
        <p15:guide id="3" pos="113" userDrawn="1">
          <p15:clr>
            <a:srgbClr val="F26B43"/>
          </p15:clr>
        </p15:guide>
        <p15:guide id="4" orient="horz" pos="4247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orient="horz" pos="11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 descr="Bitt Titel eingeben"/>
          <p:cNvSpPr>
            <a:spLocks noGrp="1" noChangeArrowheads="1"/>
          </p:cNvSpPr>
          <p:nvPr>
            <p:ph type="ctrTitle" sz="quarter"/>
          </p:nvPr>
        </p:nvSpPr>
        <p:spPr>
          <a:xfrm>
            <a:off x="4928010" y="2125812"/>
            <a:ext cx="4215989" cy="1208315"/>
          </a:xfrm>
        </p:spPr>
        <p:txBody>
          <a:bodyPr/>
          <a:lstStyle/>
          <a:p>
            <a:r>
              <a:rPr lang="de-DE" dirty="0"/>
              <a:t>Instrumente des Marketings </a:t>
            </a:r>
            <a:br>
              <a:rPr lang="de-DE" dirty="0"/>
            </a:br>
            <a:r>
              <a:rPr lang="de-DE" dirty="0"/>
              <a:t>Produkt- und Sortimentspolitik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Marketing und Vertrieb</a:t>
            </a:r>
          </a:p>
          <a:p>
            <a:r>
              <a:rPr lang="de-DE" dirty="0"/>
              <a:t>Hilfsmittel zur Markteinführung</a:t>
            </a:r>
            <a:r>
              <a:rPr lang="de-DE"/>
              <a:t>/Gesamtkonzeption</a:t>
            </a:r>
            <a:endParaRPr lang="de-DE" dirty="0"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985" y="1597517"/>
            <a:ext cx="5520905" cy="4404489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70499" y="536393"/>
            <a:ext cx="8161025" cy="904875"/>
          </a:xfrm>
        </p:spPr>
        <p:txBody>
          <a:bodyPr/>
          <a:lstStyle/>
          <a:p>
            <a:r>
              <a:rPr lang="de-DE" dirty="0"/>
              <a:t>Der Ablaufplan bis zum „Start“:</a:t>
            </a:r>
          </a:p>
        </p:txBody>
      </p:sp>
    </p:spTree>
    <p:extLst>
      <p:ext uri="{BB962C8B-B14F-4D97-AF65-F5344CB8AC3E}">
        <p14:creationId xmlns:p14="http://schemas.microsoft.com/office/powerpoint/2010/main" val="2658510851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831" y="1992701"/>
            <a:ext cx="6411536" cy="3962185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70499" y="536393"/>
            <a:ext cx="7764209" cy="904875"/>
          </a:xfrm>
        </p:spPr>
        <p:txBody>
          <a:bodyPr/>
          <a:lstStyle/>
          <a:p>
            <a:r>
              <a:rPr lang="de-DE" dirty="0"/>
              <a:t>Produkt- und Servicepolitik lassen sich nicht trennen, hatten wir ja schon…</a:t>
            </a:r>
          </a:p>
        </p:txBody>
      </p:sp>
    </p:spTree>
    <p:extLst>
      <p:ext uri="{BB962C8B-B14F-4D97-AF65-F5344CB8AC3E}">
        <p14:creationId xmlns:p14="http://schemas.microsoft.com/office/powerpoint/2010/main" val="238675129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1422" y="1889185"/>
            <a:ext cx="5118335" cy="4031761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Beim Preis zu berücksichtigen!</a:t>
            </a:r>
          </a:p>
        </p:txBody>
      </p:sp>
    </p:spTree>
    <p:extLst>
      <p:ext uri="{BB962C8B-B14F-4D97-AF65-F5344CB8AC3E}">
        <p14:creationId xmlns:p14="http://schemas.microsoft.com/office/powerpoint/2010/main" val="3488392326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2011-04-08 Folienmaster Powerpoint BWV Verband">
  <a:themeElements>
    <a:clrScheme name="BWV Bildungsverband">
      <a:dk1>
        <a:srgbClr val="616A74"/>
      </a:dk1>
      <a:lt1>
        <a:srgbClr val="FFFFFF"/>
      </a:lt1>
      <a:dk2>
        <a:srgbClr val="000000"/>
      </a:dk2>
      <a:lt2>
        <a:srgbClr val="DDDDCE"/>
      </a:lt2>
      <a:accent1>
        <a:srgbClr val="009530"/>
      </a:accent1>
      <a:accent2>
        <a:srgbClr val="003798"/>
      </a:accent2>
      <a:accent3>
        <a:srgbClr val="9FD205"/>
      </a:accent3>
      <a:accent4>
        <a:srgbClr val="FDC600"/>
      </a:accent4>
      <a:accent5>
        <a:srgbClr val="F6A500"/>
      </a:accent5>
      <a:accent6>
        <a:srgbClr val="F08100"/>
      </a:accent6>
      <a:hlink>
        <a:srgbClr val="3A424A"/>
      </a:hlink>
      <a:folHlink>
        <a:srgbClr val="7E878B"/>
      </a:folHlink>
    </a:clrScheme>
    <a:fontScheme name="Präsentationsvorlage_ne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>
            <a:lumMod val="20000"/>
            <a:lumOff val="8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23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räsentationsvorlage_ne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svorlage_ne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CC33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0000E7"/>
        </a:accent6>
        <a:hlink>
          <a:srgbClr val="0033CC"/>
        </a:hlink>
        <a:folHlink>
          <a:srgbClr val="00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B239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AAD5AE"/>
        </a:accent5>
        <a:accent6>
          <a:srgbClr val="0000E7"/>
        </a:accent6>
        <a:hlink>
          <a:srgbClr val="0033CC"/>
        </a:hlink>
        <a:folHlink>
          <a:srgbClr val="00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B239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AAD5AE"/>
        </a:accent5>
        <a:accent6>
          <a:srgbClr val="0000E7"/>
        </a:accent6>
        <a:hlink>
          <a:srgbClr val="122C9C"/>
        </a:hlink>
        <a:folHlink>
          <a:srgbClr val="122C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svorlage_neu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B239"/>
        </a:accent1>
        <a:accent2>
          <a:srgbClr val="FFFFFF"/>
        </a:accent2>
        <a:accent3>
          <a:srgbClr val="FFFFFF"/>
        </a:accent3>
        <a:accent4>
          <a:srgbClr val="000000"/>
        </a:accent4>
        <a:accent5>
          <a:srgbClr val="AAD5AE"/>
        </a:accent5>
        <a:accent6>
          <a:srgbClr val="E7E7E7"/>
        </a:accent6>
        <a:hlink>
          <a:srgbClr val="122C9C"/>
        </a:hlink>
        <a:folHlink>
          <a:srgbClr val="122C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2011-04-08 Folienmaster Powerpoint BWV Verband.pot</Template>
  <TotalTime>0</TotalTime>
  <Words>41</Words>
  <Application>Microsoft Office PowerPoint</Application>
  <PresentationFormat>Bildschirmpräsentation (4:3)</PresentationFormat>
  <Paragraphs>7</Paragraphs>
  <Slides>4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  <vt:variant>
        <vt:lpstr>Zielgruppenorientierte Präsentationen</vt:lpstr>
      </vt:variant>
      <vt:variant>
        <vt:i4>1</vt:i4>
      </vt:variant>
    </vt:vector>
  </HeadingPairs>
  <TitlesOfParts>
    <vt:vector size="10" baseType="lpstr">
      <vt:lpstr>Arial</vt:lpstr>
      <vt:lpstr>Lucida Grande</vt:lpstr>
      <vt:lpstr>Symbol</vt:lpstr>
      <vt:lpstr>Titillium Web Light</vt:lpstr>
      <vt:lpstr>2011-04-08 Folienmaster Powerpoint BWV Verband</vt:lpstr>
      <vt:lpstr>Instrumente des Marketings  Produkt- und Sortimentspolitik</vt:lpstr>
      <vt:lpstr>Der Ablaufplan bis zum „Start“:</vt:lpstr>
      <vt:lpstr>Produkt- und Servicepolitik lassen sich nicht trennen, hatten wir ja schon…</vt:lpstr>
      <vt:lpstr>Beim Preis zu berücksichtigen!</vt:lpstr>
      <vt:lpstr>Zielpräsentation 1</vt:lpstr>
    </vt:vector>
  </TitlesOfParts>
  <Company>Gerasch Communication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Sitzung / Sitzungstermin Ort</dc:title>
  <dc:creator>Ramona Riediger</dc:creator>
  <cp:lastModifiedBy>Peter Gaubatz</cp:lastModifiedBy>
  <cp:revision>193</cp:revision>
  <dcterms:created xsi:type="dcterms:W3CDTF">2012-01-27T18:56:25Z</dcterms:created>
  <dcterms:modified xsi:type="dcterms:W3CDTF">2026-06-27T05:41:31Z</dcterms:modified>
</cp:coreProperties>
</file>